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2348a68294061" /><Relationship Type="http://schemas.openxmlformats.org/officeDocument/2006/relationships/extended-properties" Target="/docProps/app.xml" Id="R748e4f131e654f5b" /><Relationship Type="http://schemas.openxmlformats.org/officeDocument/2006/relationships/officeDocument" Target="/ppt/presentation.xml" Id="Rc86ec7b68974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4020c9d0824807"/>
  </p:sldMasterIdLst>
  <p:notesMasterIdLst>
    <p:notesMasterId xmlns:r="http://schemas.openxmlformats.org/officeDocument/2006/relationships" r:id="R152dabc33b9f4385"/>
  </p:notesMasterIdLst>
  <p:sldIdLst>
    <p:sldId xmlns:r="http://schemas.openxmlformats.org/officeDocument/2006/relationships" id="256" r:id="R8b59974676bf428f"/>
    <p:sldId xmlns:r="http://schemas.openxmlformats.org/officeDocument/2006/relationships" id="257" r:id="R3d1a4fbee3404a01"/>
    <p:sldId xmlns:r="http://schemas.openxmlformats.org/officeDocument/2006/relationships" id="258" r:id="Raac4bcf5ba0045c3"/>
    <p:sldId xmlns:r="http://schemas.openxmlformats.org/officeDocument/2006/relationships" id="259" r:id="Rd16068c533e54370"/>
    <p:sldId xmlns:r="http://schemas.openxmlformats.org/officeDocument/2006/relationships" id="260" r:id="Rfbee391f58804b0f"/>
    <p:sldId xmlns:r="http://schemas.openxmlformats.org/officeDocument/2006/relationships" id="261" r:id="R61512bdc43c54b03"/>
    <p:sldId xmlns:r="http://schemas.openxmlformats.org/officeDocument/2006/relationships" id="262" r:id="R15a4e3392af242c7"/>
    <p:sldId xmlns:r="http://schemas.openxmlformats.org/officeDocument/2006/relationships" id="263" r:id="R0e65eacd87aa4d6a"/>
    <p:sldId xmlns:r="http://schemas.openxmlformats.org/officeDocument/2006/relationships" id="264" r:id="Rc190aee16fc44652"/>
    <p:sldId xmlns:r="http://schemas.openxmlformats.org/officeDocument/2006/relationships" id="265" r:id="R6483f641e8b847ce"/>
    <p:sldId xmlns:r="http://schemas.openxmlformats.org/officeDocument/2006/relationships" id="266" r:id="Ra2b661db1395462e"/>
    <p:sldId xmlns:r="http://schemas.openxmlformats.org/officeDocument/2006/relationships" id="267" r:id="R50f8c11ad47b40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12517cf97e4c8a" /><Relationship Type="http://schemas.openxmlformats.org/officeDocument/2006/relationships/slideMaster" Target="/ppt/slideMasters/slideMaster1.xml" Id="R8c4020c9d0824807" /><Relationship Type="http://schemas.openxmlformats.org/officeDocument/2006/relationships/notesMaster" Target="/ppt/notesMasters/notesMaster1.xml" Id="R152dabc33b9f4385" /><Relationship Type="http://schemas.openxmlformats.org/officeDocument/2006/relationships/presProps" Target="/ppt/presProps.xml" Id="Ra816c0ef2bda4079" /><Relationship Type="http://schemas.openxmlformats.org/officeDocument/2006/relationships/tableStyles" Target="/ppt/tableStyles.xml" Id="Rf35ea16f779a4da8" /><Relationship Type="http://schemas.openxmlformats.org/officeDocument/2006/relationships/slide" Target="/ppt/slides/slide1.xml" Id="R8b59974676bf428f" /><Relationship Type="http://schemas.openxmlformats.org/officeDocument/2006/relationships/slide" Target="/ppt/slides/slide2.xml" Id="R3d1a4fbee3404a01" /><Relationship Type="http://schemas.openxmlformats.org/officeDocument/2006/relationships/slide" Target="/ppt/slides/slide3.xml" Id="Raac4bcf5ba0045c3" /><Relationship Type="http://schemas.openxmlformats.org/officeDocument/2006/relationships/slide" Target="/ppt/slides/slide4.xml" Id="Rd16068c533e54370" /><Relationship Type="http://schemas.openxmlformats.org/officeDocument/2006/relationships/slide" Target="/ppt/slides/slide5.xml" Id="Rfbee391f58804b0f" /><Relationship Type="http://schemas.openxmlformats.org/officeDocument/2006/relationships/slide" Target="/ppt/slides/slide6.xml" Id="R61512bdc43c54b03" /><Relationship Type="http://schemas.openxmlformats.org/officeDocument/2006/relationships/slide" Target="/ppt/slides/slide7.xml" Id="R15a4e3392af242c7" /><Relationship Type="http://schemas.openxmlformats.org/officeDocument/2006/relationships/slide" Target="/ppt/slides/slide8.xml" Id="R0e65eacd87aa4d6a" /><Relationship Type="http://schemas.openxmlformats.org/officeDocument/2006/relationships/slide" Target="/ppt/slides/slide9.xml" Id="Rc190aee16fc44652" /><Relationship Type="http://schemas.openxmlformats.org/officeDocument/2006/relationships/slide" Target="/ppt/slides/slide10.xml" Id="R6483f641e8b847ce" /><Relationship Type="http://schemas.openxmlformats.org/officeDocument/2006/relationships/slide" Target="/ppt/slides/slide11.xml" Id="Ra2b661db1395462e" /><Relationship Type="http://schemas.openxmlformats.org/officeDocument/2006/relationships/slide" Target="/ppt/slides/slide12.xml" Id="R50f8c11ad47b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f1ca19119f4e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cc7f1461544064" /><Relationship Type="http://schemas.openxmlformats.org/officeDocument/2006/relationships/notesMaster" Target="/ppt/notesMasters/notesMaster1.xml" Id="Rb48b4932db3e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5c6339bbf64ed3" /><Relationship Type="http://schemas.openxmlformats.org/officeDocument/2006/relationships/notesMaster" Target="/ppt/notesMasters/notesMaster1.xml" Id="R216b94cbfdf9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1a292750344574" /><Relationship Type="http://schemas.openxmlformats.org/officeDocument/2006/relationships/notesMaster" Target="/ppt/notesMasters/notesMaster1.xml" Id="Red65dfebdc85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aff0f84f7545fa" /><Relationship Type="http://schemas.openxmlformats.org/officeDocument/2006/relationships/notesMaster" Target="/ppt/notesMasters/notesMaster1.xml" Id="R69fb7c0d3047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ef9a5113da4269" /><Relationship Type="http://schemas.openxmlformats.org/officeDocument/2006/relationships/notesMaster" Target="/ppt/notesMasters/notesMaster1.xml" Id="Re65af45bd60a4a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24dd39805149e6" /><Relationship Type="http://schemas.openxmlformats.org/officeDocument/2006/relationships/notesMaster" Target="/ppt/notesMasters/notesMaster1.xml" Id="R3e5af321c1294e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d106068a4e41d0" /><Relationship Type="http://schemas.openxmlformats.org/officeDocument/2006/relationships/notesMaster" Target="/ppt/notesMasters/notesMaster1.xml" Id="R240be921e1134f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7b100d5b944aa3" /><Relationship Type="http://schemas.openxmlformats.org/officeDocument/2006/relationships/notesMaster" Target="/ppt/notesMasters/notesMaster1.xml" Id="Rbb855a7bf9594d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ab39eefd1c47fc" /><Relationship Type="http://schemas.openxmlformats.org/officeDocument/2006/relationships/notesMaster" Target="/ppt/notesMasters/notesMaster1.xml" Id="R2c94d0e8e7e148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8af79913bb418d" /><Relationship Type="http://schemas.openxmlformats.org/officeDocument/2006/relationships/notesMaster" Target="/ppt/notesMasters/notesMaster1.xml" Id="R720558452cff4d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7a304170ca4bc6" /><Relationship Type="http://schemas.openxmlformats.org/officeDocument/2006/relationships/notesMaster" Target="/ppt/notesMasters/notesMaster1.xml" Id="R3c77339f583543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c0b834ca334213" /><Relationship Type="http://schemas.openxmlformats.org/officeDocument/2006/relationships/notesMaster" Target="/ppt/notesMasters/notesMaster1.xml" Id="R56aa6ba1889442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Targets come from MEMORYHIVE_REQUIREMENTS.md success criteria and non-functional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framing from MEMORYHIVE_REQUIREMENTS.md sections 1, 6,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scope and explicit non-goals are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Workstreams map to MEMORA_README.md architecture and roadmap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combines MEMORA_README.md current stack with MEMORYHIVE_REQUIREMENTS.md target storage and AI pipeline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Learning outcomes are derived from the requested audience and source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Project tracks translate the PRD into intern-sized delivery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Build plan is an operating proposal, not a source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Operating model created for the recruiting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Phone sketch is a native editable product concept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Closing slide for intern recruiting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c18a45b6b41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dcc2d9e082491d" /><Relationship Type="http://schemas.openxmlformats.org/officeDocument/2006/relationships/slideLayout" Target="/ppt/slideLayouts/slideLayout1.xml" Id="Rf331dad40b7946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31dad40b7946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64322947b4adc" /><Relationship Type="http://schemas.openxmlformats.org/officeDocument/2006/relationships/image" Target="/ppt/media/image.png" Id="Rc5228ef651e24261" /><Relationship Type="http://schemas.openxmlformats.org/officeDocument/2006/relationships/notesSlide" Target="/ppt/notesSlides/notesSlide1.xml" Id="Rcd0d3b380f4541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4c71863c34295" /><Relationship Type="http://schemas.openxmlformats.org/officeDocument/2006/relationships/notesSlide" Target="/ppt/notesSlides/notesSlide2.xml" Id="Ra32e4d62c96a44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4f3fdbd04ddb" /><Relationship Type="http://schemas.openxmlformats.org/officeDocument/2006/relationships/notesSlide" Target="/ppt/notesSlides/notesSlide3.xml" Id="R19007937455046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30674c9d4451b" /><Relationship Type="http://schemas.openxmlformats.org/officeDocument/2006/relationships/notesSlide" Target="/ppt/notesSlides/notesSlide4.xml" Id="R99c4d382b04d41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0995a75294881" /><Relationship Type="http://schemas.openxmlformats.org/officeDocument/2006/relationships/notesSlide" Target="/ppt/notesSlides/notesSlide5.xml" Id="Rc378a89d74a249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f69372b4e470a" /><Relationship Type="http://schemas.openxmlformats.org/officeDocument/2006/relationships/notesSlide" Target="/ppt/notesSlides/notesSlide6.xml" Id="Ra9b4b7be5f5547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2ad469b68484c" /><Relationship Type="http://schemas.openxmlformats.org/officeDocument/2006/relationships/notesSlide" Target="/ppt/notesSlides/notesSlide7.xml" Id="R4142727fbae641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122f3bcc64f84" /><Relationship Type="http://schemas.openxmlformats.org/officeDocument/2006/relationships/notesSlide" Target="/ppt/notesSlides/notesSlide8.xml" Id="Ra02446b683ee40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b48b35554c8a" /><Relationship Type="http://schemas.openxmlformats.org/officeDocument/2006/relationships/notesSlide" Target="/ppt/notesSlides/notesSlide9.xml" Id="R9002ea565a7946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e5ac631ad4a6b" /><Relationship Type="http://schemas.openxmlformats.org/officeDocument/2006/relationships/notesSlide" Target="/ppt/notesSlides/notesSlide10.xml" Id="R8532a7de5c1d4f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93b70d74043dd" /><Relationship Type="http://schemas.openxmlformats.org/officeDocument/2006/relationships/notesSlide" Target="/ppt/notesSlides/notesSlide11.xml" Id="R24ee968cdb8848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6e632db7644b4" /><Relationship Type="http://schemas.openxmlformats.org/officeDocument/2006/relationships/notesSlide" Target="/ppt/notesSlides/notesSlide12.xml" Id="R0b7064467a30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28ef651e242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2B56B-5933-4020-B4B5-C095DA3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14692-418D-4D58-A240-F220D97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New Graduate Engineering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56595-5667-4EA4-95F3-523E351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76FB2-6A84-4DFE-86DC-11E297C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the mobile memory layer for useful links, screenshots, and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BDF34-B447-40FC-923F-46DEBB5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4AE4B-733A-4D80-9B2E-395BA31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A08F0-BC41-450D-84AD-8B448B30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34024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BD9E8-17E1-4E08-89E5-5BBF8AC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Memora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ECF4C-3B14-4742-AE23-127F6228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People save useful knowledge faster than they can organize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043D-E84A-425F-B8A2-8B793E72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6C655-8DDC-43AB-AEF4-D9FAE82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04456-E317-404C-B661-831E8480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2 sec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D6112-7B9A-4B1A-A189-2A30F07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time to capture a useful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5F9DD-E171-4E44-88E2-BB41AA1F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FC401-70F3-4E85-9258-3EC6003C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54953-B0BA-4A11-AFD4-4D70196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500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D9008-2A24-4874-998D-2428A88F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save action for instant local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B42CA-DD10-4AB4-941F-B02B525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9D7F-C679-4E9C-A53B-72862804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EEF29-957C-422F-8C57-D83D1E80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Offline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04B4A-688A-45E6-A079-4BE1A00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Core capture and search should work without network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8548E-4E48-445B-8691-04AD49E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user pain is simple: links, screenshots, and notes get saved across apps, then disappear when the user actually needs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59240-D63E-4F81-9414-32072F20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hold valuable text, but normal bookmark tools cannot search them.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preserve the URL, but lose the reason the user saved it.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 work only when users stop and organize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F3B1F-AD1E-4B87-A18F-5498C94C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7FAC9-45BD-43C6-8C2A-0CBFEFE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B8BDC-AAF1-4D72-9B21-9F40104C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8940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B076F-471B-4569-ADE6-8A37BF77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C8B36-1ADB-452E-9C36-27261D2A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Capture, Understanding,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8C706-D12E-475D-94D2-C4BD6D3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rule: every feature must improve one of these three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EB5D1-BEAE-4138-82FA-E2BC8F3C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6E991-01F8-4106-B45E-98299DAC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B466C-BD2A-46CA-AF9F-02558D6E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Screenshots, URLs, text, and photos saved from mobile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F8365-72EA-4E70-97E7-209C1935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8B8FD-29C7-4B42-9939-C01E2319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EF627-AB58-415B-B6FD-D12AC4BE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summaries, and tags run in the 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A046F-E781-4ACF-872E-29A68249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80D1E-BE00-4DB2-A41D-8D1C72C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D444B-04E9-4369-9B71-08CFA7C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Full-text search across items, source filters, time filters, and resurfaced context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3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4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0861B-19A5-419C-B6D8-0AF23107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Core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DE92C-E5B1-4DD3-BC3C-67901769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716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54D86-1659-4458-B2EA-02B12394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EAFB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Offline-first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83445-34AE-416C-9FEF-A81DFEF2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15240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F0F3F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ownership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CEB27-8026-4A07-B41F-0BE5CE1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14287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5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Background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EAAC7-2A16-43A7-B6E0-8980F00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ED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Minimal effort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EDE98-1E9C-438A-B32E-6C91BFA9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4E8FD-2140-4CA1-8373-BA1BE16C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74E17-FAAD-40C5-AA7E-1A23272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59581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7FF908-3D96-4E65-91C1-58C5C4EE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F5172-3784-4C14-A627-1222ADE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first release should make capture feel instant and recall feel obvious.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25821-26AA-4C1A-83BF-A61A39D4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112C-AE90-4593-A4A6-3D6FEBF9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1499B-251E-4D15-9ECF-9ED77F2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250D2-B857-46C9-BC06-F823D2A2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from share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5F601-2052-4DF5-9927-F72CDF92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screenshot, link, or text snippet reaches Memora without extra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060FA-0231-40AF-85F8-C926A86E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D8D04-AAA6-46FD-B20E-FD6E5289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AEB85-D166-43EF-9C67-8EE1C29D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E9278-8413-4128-9215-7D643428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Store locally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1AA11-E5E5-4FBA-A6B3-62CFD669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Raw content and the first search index land on the device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47EED-D863-4D50-99C0-F2D4EE0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B86EF-E1A3-47FB-8F99-EC72BEFD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B97C2-9095-47C4-85F9-1AC9D6F8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90133-20CD-405E-B7A8-AF3273F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Process in background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1EC67-07A9-42E1-8211-F662D24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title extraction, summary, and tags run after the save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74EE4-012F-4E0B-B319-00358EC0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BB4C1-4C9A-47E8-899E-CD1FC54B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1D74F0-D862-4B35-B5DF-5AFBC25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0FB90-6111-4B35-9524-6215E702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DC511-38C8-4F65-9A41-4E94F253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371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Users find items by words inside screenshots, links, source, or time.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33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48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78C9B-7DF5-47B9-91F0-321784ED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MVP avoids folders, collaboration feeds, task management, and chat with notes. That restraint gives interns a clearer product surface and a better engineering target.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5BF13C-2D52-45E6-A833-DD9350D6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9AB5C-6BEA-4D50-AA4A-308FCAD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BB548-666C-48CC-AEE2-18577AD6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5122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8E93A-502B-429F-8C7E-A8C9F7E9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What New Grads Will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B09FF-E30D-4BF9-9345-B36DECEC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real product surface with meaningful ownership across mobile, backend, search, sync, and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FAB81-AEB2-4EAB-AFE1-4CD8C0D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AD98B-A18D-4645-B361-F888DA35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91F60-1AD0-4E83-9E2A-C794F0E5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Mobile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FE277-FEC7-4DAB-B5B7-4BCEE14D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76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React Native and Expo flows for camera, image picker, share sheet, deep links, and offline-first 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1FD47-1E71-482B-945E-B7FFF5CD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D8EA-428A-420F-922C-B1AC7CEC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21995-457E-452C-A568-37203ABF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data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88E76-D0CC-448C-BE38-DD9FFECC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MMKV storage, encrypted session state, search index persistence, and device-first performance 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0C386-027A-4317-BC2B-992C04E8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37107-3763-461F-B8B1-A2C11DE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7A640-2E34-48AE-AFC7-3AC0CDF6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Backend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04173-6F07-4238-866D-8AB9B60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81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FastAPI APIs for auth, metadata, items, sync push/pull, stats, and cloud persistence.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73A08-E268-4890-91B8-56CC2A1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99B73-9BFE-44CF-901F-2028D64E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94CAB-34E0-45B0-9D0D-8EDC5E3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CF60F-0940-484D-8D45-4D4F26A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33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summary generation, auto tags, and background processing orchestration.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BA8B7-115B-48F3-8A19-FEFEFBA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0A67D-9620-4E07-9CB0-6A85AE86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E663D-B57A-4E58-BBDA-9C51CC3F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8809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3C003-1003-4077-B72F-9A35041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F80BE-11C6-4F26-9381-42147FF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Mobile-First Technical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BF912-6D80-49A5-84E8-1A605395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The architecture teaches practical product engineering: latency, offline behavior, sync, data ownership, and asynchronous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59566-7B7C-49FE-B399-27B689E6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13E30-76CA-4BB0-9072-31E1A6CC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CEB6A-F010-4A8C-BEE8-0C2C8BE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Expo Router, React Native, Zustand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3EF83-78E7-429D-A27B-678E3C9E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4258F-6032-42B4-8939-B1DB736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16522-5A86-489E-902C-24901BBC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MMKV, SecureStore, local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A1263-4F8A-44D5-B532-F37E3E87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16F2D-525C-44E8-ACCA-55D6C153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3F270-EF11-4009-9F3B-1C3F7921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Auth, items, search, sync,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70AD7-BC14-4021-860F-E26B8F5B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A4FEB-B943-4DE1-BBAB-41D715E0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0CD45-092E-4C88-A750-21109E90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Postgres or MongoDB, MinIO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194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5787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A75A3-5FB6-4E35-B52D-ED01BF4F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50768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F4BC5-B6C3-4E01-B2EA-256E0244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Background 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A442F-A473-4327-96FE-6764A39C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469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summary, keywords, auto tags</a:t>
            </a:r>
          </a:p>
        </p:txBody>
      </p: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57913" y="3448050"/>
            <a:ext cx="14192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390900" y="3448050"/>
            <a:ext cx="1347788" cy="1476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997EF-40D2-4B6F-B797-5FEC5A4F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DA248-F6E1-49B4-867F-DBCDF01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6CE3A-363D-4D7C-92BC-B97464F2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9695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F36A8-A663-4913-B7F9-C7A99BE8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93978-E66B-472F-9468-268929F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project is narrow enough for focus and deep enough for serious engineering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4408D-596F-4172-9B66-74AC7EC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B7A8A-FCC1-410E-B379-10B8D04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990DB-6185-4058-BEDE-F51E7BB6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flows, navigation, permissions, and app store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0B0DF-E21E-4995-A42C-057B4733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E0DC6-6E38-4903-88FD-3DCD8EE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8A7E4-DA8C-4B3D-BDD0-E477D048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Local persistence, sync queues, retries, and conflict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C6D31-040D-492A-8A1D-3D55C243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B4D13-4C79-4E95-A0BC-BAF760D6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API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E753A-EF38-402A-A64E-7505399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Auth, pagination, filters, CRUD, and observable service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5DB58-50B1-47F1-8D16-5F4F6EE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86C55-5AB5-4A99-AE6C-A77B804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Search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6B348-8B12-4882-B047-7F7A75E5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Text extraction, indexing, ranking, and empty-state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48163-4BEA-4C16-AB65-AF5929B8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72AA0-2E28-409E-8120-E3D00007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AI product judgment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76770-9E2F-4428-BC6D-DD288D0F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When OCR and summaries help, and when they should stay optional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10F97-AB2F-4A9C-999F-A2E79B1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09242-E374-4EFE-A898-9BA0BC2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Privacy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37D87-1A39-419C-BD43-9F600614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Data export, deletion, clear storage choices, and trust-building 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47C70-9C40-49A9-B6B7-7BC3A7A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0EE16-60CC-47ED-8807-880182AB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EF88A-42CE-4EAC-BEB9-792A9DE6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0644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80716-E902-4BDE-B86F-B380293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Intern Project Tracks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DD1A-191A-4A93-9A2C-7E737E1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Each track ends with a demoable product increment and a written engineering decision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0CDDB-B0EC-4291-B242-32858AF5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50EA2-BC62-4946-B70C-3671300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9DABA-BA19-4D0F-9D83-8A6E5634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859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camera/gallery intake, text note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5368B-1DEF-4FBA-8DA4-CF186A6C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85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flow that works in under two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A9E5B-4F83-4CD8-AC60-F10CA07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1C6A0-0B14-4342-AD2B-BF50670F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Recall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8BFB2-0D04-4BBB-AB81-1A2DA4B8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 ingestion, local index, filters, result grouping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116F5-AD5F-4B96-88E5-72F43CE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95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that finds screenshot text and saved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5CC7B-EED0-4A09-8585-FBDEC089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E1139-1282-480B-8685-A304ABA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Sync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F7D19-28FA-401B-8196-DAF714B0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Push/pull, retry queue, merge rules, network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5D620-461B-4327-93B8-812C2864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Offline capture that syncs without user intervention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D35DE-3F0B-4652-9AC7-BD11B7E7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8CC6D-38A8-47FC-ABFE-749F8EEF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AI 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EF14F-94DE-4E85-90D2-5F2921F2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Readable link extraction, summaries, keywords,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6BDCE-7A05-4558-8838-EEA483D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Background enrichment that never blocks saving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BDD97-A58E-4396-9238-D1761320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scope can be assigned to individuals or two-person pods depending on intern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CFE16-1198-4356-8F6D-4D10535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68A51-E68D-45C9-B287-E1B42DA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7864B-DB1C-4989-ACAF-DE1D497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8031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4F222-2985-403D-9497-A786EA68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Eight Week Build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60EE-8C71-4E9D-A4A8-780A9DF8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plan balances onboarding, implementation, validation, and a final product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D4624-FD26-4E1D-A55A-5DD50895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962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B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FD779-4C4D-475E-9168-046E6527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85280-B94F-4638-93A6-DF1FF698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7752-536A-4840-A18C-D299E73C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Product and stack onboarding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D9C9-C518-483D-B1D5-72C5B5F5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5DAB7-ABBA-4DC4-93F9-EAEDBC1C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2-3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D65D2-EF77-4168-97E9-012DF84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implementation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70073-8EC3-44C0-88C6-9408ACCB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E6E85-BEB5-457C-89C7-7A2BF44E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4-5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F6785-2EFC-4364-8106-96D71778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Search, sync, and quality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22605-C816-405C-A997-DBE27C21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6579A-DF39-4C75-84C1-941D7C35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6-7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31796-766D-402F-9D45-382D009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Beta hardening and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94147-7010-49EC-9BB6-A5BFD921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8D779-2BA1-4491-A633-4254716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A0BA2-0A88-41E8-A2E8-BAAA6E0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Demo, handoff, next backlog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45358-AB77-4A2B-8EF4-522558B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Expected cadence: weekly demos, short design reviews, small pull requests, and a product metric attached to every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8AA93-FE0D-4C8B-A4CA-EAA4B5B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D1402-7804-43F1-832F-448AB6C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02D8A-75EA-42DA-88F7-A71951D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4144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16354-C013-489B-BC93-FE1BCA6B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Engineering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5DC1C-3FD4-463E-B79A-A24C410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learn how product, design, and engineering decisions connect.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EE352-CDF2-456C-80F6-4BEE6EA7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D78A7-7150-4CEC-946E-EC3B27CE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User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9AECD-7BB5-4AE0-8C00-71E80B3C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a real saved item and the recall moment the user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EA7F5-C171-4831-8105-603A9405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CADA5-671D-4DCD-BF92-66EAC6C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Thin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BA266-438E-490E-9AF4-387B994D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Define the smallest behavior change worth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907D5-598B-453B-929C-7C858FAE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DF94B-740E-48CF-84BD-CFA4251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67C0-7DB1-4C5A-8997-208E471D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Ship a focused increment with tests and observability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D52F1-9265-45A6-A39F-A38973A3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8570A-C799-49CD-84A9-A5835BC0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EBA78-1B00-4865-9E7B-2D108C3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Review usage, latency, bugs, and the next product question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909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9125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9916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A89A7-803D-4B50-AB22-DD0E784F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model keeps the internship practical. Every project should improve capture speed, search success, or user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A0944-C4F6-46D5-85E4-1A1C078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82BB2-E1F9-4290-A991-24983E9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94560-9709-488C-A9BA-9167C8FF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9639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6C7EF-A497-46B2-A228-5C2C4BD0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This Internship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F3188-BD20-4C2D-A64C-770F064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can own visible product behavior instead of isolated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528A2-EF9B-453F-882E-9B87C9B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strongest learning happens when engineers see how a small decision affects a real user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2370A-C215-4380-BCD1-E0114C88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bug directly affects whether users trust the app.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slow search result directly affects whether users come back.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poor privacy choice directly affects whether users store personal knowledge.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clear demo lets interns show product judgment, not only implementation effort.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62588-0BA6-4D6F-B093-9DD14AA2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1333500" cy="238125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9AA42-0CE9-476F-952D-997FD4E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066800" cy="18097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E3A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6F3B7-48AB-41DF-9AE9-A7BCC3B4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24833-3D53-456C-B7B9-4E0BFC2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548C0-B2C5-49E6-8F62-B654439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3DD2C-4DEE-4751-9FAD-E846162C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9"/>
          </a:solidFill>
          <a:ln xmlns:a="http://schemas.openxmlformats.org/drawingml/2006/main" w="9525">
            <a:solidFill>
              <a:srgbClr val="5A67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AC076-1593-42D9-BDF4-E581744F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C4C5F-42B3-49DA-9C38-EFA25A93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69D3C-C3CF-4B57-A6C0-63097EA1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3030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C7FF2-32C8-4DEE-A500-CC6995D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51E0A-9463-4422-800E-118F2733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memory layer for mobile knowledge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C75B2-CF3A-4588-95AF-9256E242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Memora is narrow by design: capture useful information once, understand it in the background, and recall it when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43041-6C73-45CE-A271-B1D768D5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7145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0">
            <a:solidFill>
              <a:srgbClr val="102A4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rPr>
              <a:t>Mobile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EEBD3-6057-4DB9-9E23-13A16FFE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16192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8"/>
          </a:solidFill>
          <a:ln xmlns:a="http://schemas.openxmlformats.org/drawingml/2006/main" w="0">
            <a:solidFill>
              <a:srgbClr val="123A2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rPr>
              <a:t>Backend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E7D2F-6C66-4CF7-8CCA-B479EC8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14478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3610"/>
          </a:solidFill>
          <a:ln xmlns:a="http://schemas.openxmlformats.org/drawingml/2006/main" w="0">
            <a:solidFill>
              <a:srgbClr val="4A3610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62CE5-2EBE-4780-B706-2EA9B023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13811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1A21"/>
          </a:solidFill>
          <a:ln xmlns:a="http://schemas.openxmlformats.org/drawingml/2006/main" w="0">
            <a:solidFill>
              <a:srgbClr val="411A2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rPr>
              <a:t>Product 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CA3BF-A4A8-427C-A110-BC3DC0BE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09660-B995-478F-8082-641AD79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01CAA-1143-4BA4-B9FB-BDD1328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1344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2026-09-05T06:33:59.1230000Z</dcterms:created>
  <dcterms:modified xsi:type="dcterms:W3CDTF">2026-09-05T06:33:59.1230000Z</dcterms:modified>
</coreProperties>
</file>