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45324f19f4480" /><Relationship Type="http://schemas.openxmlformats.org/officeDocument/2006/relationships/extended-properties" Target="/docProps/app.xml" Id="R566a7b1413634416" /><Relationship Type="http://schemas.openxmlformats.org/officeDocument/2006/relationships/officeDocument" Target="/ppt/presentation.xml" Id="R7f1bd8229383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ac6c79afc741d4"/>
  </p:sldMasterIdLst>
  <p:notesMasterIdLst>
    <p:notesMasterId xmlns:r="http://schemas.openxmlformats.org/officeDocument/2006/relationships" r:id="Re31ec103fcb8486e"/>
  </p:notesMasterIdLst>
  <p:sldIdLst>
    <p:sldId xmlns:r="http://schemas.openxmlformats.org/officeDocument/2006/relationships" id="256" r:id="R3c33da84d9c14755"/>
    <p:sldId xmlns:r="http://schemas.openxmlformats.org/officeDocument/2006/relationships" id="257" r:id="R73cbb264c7b24cda"/>
    <p:sldId xmlns:r="http://schemas.openxmlformats.org/officeDocument/2006/relationships" id="258" r:id="R1206944538484100"/>
    <p:sldId xmlns:r="http://schemas.openxmlformats.org/officeDocument/2006/relationships" id="259" r:id="R3eb0ba3c6b7d4ef1"/>
    <p:sldId xmlns:r="http://schemas.openxmlformats.org/officeDocument/2006/relationships" id="260" r:id="R499c75925d274ca7"/>
    <p:sldId xmlns:r="http://schemas.openxmlformats.org/officeDocument/2006/relationships" id="261" r:id="Rc7311290df264c5b"/>
    <p:sldId xmlns:r="http://schemas.openxmlformats.org/officeDocument/2006/relationships" id="262" r:id="Rd68f964573fa4b4f"/>
    <p:sldId xmlns:r="http://schemas.openxmlformats.org/officeDocument/2006/relationships" id="263" r:id="Rc47fd544907c4904"/>
    <p:sldId xmlns:r="http://schemas.openxmlformats.org/officeDocument/2006/relationships" id="264" r:id="Rd09fab6e34f3498d"/>
    <p:sldId xmlns:r="http://schemas.openxmlformats.org/officeDocument/2006/relationships" id="265" r:id="Raebb94e392fb4f57"/>
    <p:sldId xmlns:r="http://schemas.openxmlformats.org/officeDocument/2006/relationships" id="266" r:id="Rde0535cc7d964e93"/>
    <p:sldId xmlns:r="http://schemas.openxmlformats.org/officeDocument/2006/relationships" id="267" r:id="R600fac6ce53b4b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4d3a254554a49" /><Relationship Type="http://schemas.openxmlformats.org/officeDocument/2006/relationships/slideMaster" Target="/ppt/slideMasters/slideMaster1.xml" Id="R2fac6c79afc741d4" /><Relationship Type="http://schemas.openxmlformats.org/officeDocument/2006/relationships/notesMaster" Target="/ppt/notesMasters/notesMaster1.xml" Id="Re31ec103fcb8486e" /><Relationship Type="http://schemas.openxmlformats.org/officeDocument/2006/relationships/presProps" Target="/ppt/presProps.xml" Id="Rc4100d1515f3409a" /><Relationship Type="http://schemas.openxmlformats.org/officeDocument/2006/relationships/tableStyles" Target="/ppt/tableStyles.xml" Id="R9d99490b74ae4b48" /><Relationship Type="http://schemas.openxmlformats.org/officeDocument/2006/relationships/slide" Target="/ppt/slides/slide1.xml" Id="R3c33da84d9c14755" /><Relationship Type="http://schemas.openxmlformats.org/officeDocument/2006/relationships/slide" Target="/ppt/slides/slide2.xml" Id="R73cbb264c7b24cda" /><Relationship Type="http://schemas.openxmlformats.org/officeDocument/2006/relationships/slide" Target="/ppt/slides/slide3.xml" Id="R1206944538484100" /><Relationship Type="http://schemas.openxmlformats.org/officeDocument/2006/relationships/slide" Target="/ppt/slides/slide4.xml" Id="R3eb0ba3c6b7d4ef1" /><Relationship Type="http://schemas.openxmlformats.org/officeDocument/2006/relationships/slide" Target="/ppt/slides/slide5.xml" Id="R499c75925d274ca7" /><Relationship Type="http://schemas.openxmlformats.org/officeDocument/2006/relationships/slide" Target="/ppt/slides/slide6.xml" Id="Rc7311290df264c5b" /><Relationship Type="http://schemas.openxmlformats.org/officeDocument/2006/relationships/slide" Target="/ppt/slides/slide7.xml" Id="Rd68f964573fa4b4f" /><Relationship Type="http://schemas.openxmlformats.org/officeDocument/2006/relationships/slide" Target="/ppt/slides/slide8.xml" Id="Rc47fd544907c4904" /><Relationship Type="http://schemas.openxmlformats.org/officeDocument/2006/relationships/slide" Target="/ppt/slides/slide9.xml" Id="Rd09fab6e34f3498d" /><Relationship Type="http://schemas.openxmlformats.org/officeDocument/2006/relationships/slide" Target="/ppt/slides/slide10.xml" Id="Raebb94e392fb4f57" /><Relationship Type="http://schemas.openxmlformats.org/officeDocument/2006/relationships/slide" Target="/ppt/slides/slide11.xml" Id="Rde0535cc7d964e93" /><Relationship Type="http://schemas.openxmlformats.org/officeDocument/2006/relationships/slide" Target="/ppt/slides/slide12.xml" Id="R600fac6ce53b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24d6f13df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d436ff62a4101" /><Relationship Type="http://schemas.openxmlformats.org/officeDocument/2006/relationships/notesMaster" Target="/ppt/notesMasters/notesMaster1.xml" Id="Rb49a2aa8740b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f2c232099243a1" /><Relationship Type="http://schemas.openxmlformats.org/officeDocument/2006/relationships/notesMaster" Target="/ppt/notesMasters/notesMaster1.xml" Id="Rd27519f7c508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f5d626670c41d7" /><Relationship Type="http://schemas.openxmlformats.org/officeDocument/2006/relationships/notesMaster" Target="/ppt/notesMasters/notesMaster1.xml" Id="R9e5f64c285dd4d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587caa6ae4542" /><Relationship Type="http://schemas.openxmlformats.org/officeDocument/2006/relationships/notesMaster" Target="/ppt/notesMasters/notesMaster1.xml" Id="R2673b19db06f40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b9cbaf95544e8" /><Relationship Type="http://schemas.openxmlformats.org/officeDocument/2006/relationships/notesMaster" Target="/ppt/notesMasters/notesMaster1.xml" Id="R6237c9e8b75440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f07f98f81344a0" /><Relationship Type="http://schemas.openxmlformats.org/officeDocument/2006/relationships/notesMaster" Target="/ppt/notesMasters/notesMaster1.xml" Id="Rb8647aed653f40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e1ab0bc5684a34" /><Relationship Type="http://schemas.openxmlformats.org/officeDocument/2006/relationships/notesMaster" Target="/ppt/notesMasters/notesMaster1.xml" Id="R4cd133b030aa4b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1441841e945c3" /><Relationship Type="http://schemas.openxmlformats.org/officeDocument/2006/relationships/notesMaster" Target="/ppt/notesMasters/notesMaster1.xml" Id="R6ad2e8573d6443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dfbade25f644a0" /><Relationship Type="http://schemas.openxmlformats.org/officeDocument/2006/relationships/notesMaster" Target="/ppt/notesMasters/notesMaster1.xml" Id="R64f43aea6b6141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fbfc61f3f44cf" /><Relationship Type="http://schemas.openxmlformats.org/officeDocument/2006/relationships/notesMaster" Target="/ppt/notesMasters/notesMaster1.xml" Id="R2516b4464d2b45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a99357e250423f" /><Relationship Type="http://schemas.openxmlformats.org/officeDocument/2006/relationships/notesMaster" Target="/ppt/notesMasters/notesMaster1.xml" Id="R8956de094c0849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004a2ead844543" /><Relationship Type="http://schemas.openxmlformats.org/officeDocument/2006/relationships/notesMaster" Target="/ppt/notesMasters/notesMaster1.xml" Id="R90bbc4a4d985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Targets come from MEMORYHIVE_REQUIREMENTS.md success criteria and non-functional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framing from MEMORYHIVE_REQUIREMENTS.md sections 1, 6,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scope and explicit non-goals are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Workstreams map to MEMORA_README.md architecture and roadmap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combines MEMORA_README.md current stack with MEMORYHIVE_REQUIREMENTS.md target storage and AI pipeline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Learning outcomes are derived from the requested audience and source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Project tracks translate the PRD into intern-sized delivery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Build plan is an operating proposal, not a source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Operating model created for the recruiting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Phone sketch is a native editable product concept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Closing slide for intern recruiting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5c0216c8a4d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a6e2172944944" /><Relationship Type="http://schemas.openxmlformats.org/officeDocument/2006/relationships/slideLayout" Target="/ppt/slideLayouts/slideLayout1.xml" Id="Ref121b63a07548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21b63a07548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2bef00c747c7" /><Relationship Type="http://schemas.openxmlformats.org/officeDocument/2006/relationships/image" Target="/ppt/media/image.png" Id="R76cda744f23746e0" /><Relationship Type="http://schemas.openxmlformats.org/officeDocument/2006/relationships/notesSlide" Target="/ppt/notesSlides/notesSlide1.xml" Id="Rf196c9a32379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da92539d04967" /><Relationship Type="http://schemas.openxmlformats.org/officeDocument/2006/relationships/notesSlide" Target="/ppt/notesSlides/notesSlide2.xml" Id="R873f01d4bff0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7eac7d884049" /><Relationship Type="http://schemas.openxmlformats.org/officeDocument/2006/relationships/notesSlide" Target="/ppt/notesSlides/notesSlide3.xml" Id="R68fdb5e38866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5bba6f5f4ac7" /><Relationship Type="http://schemas.openxmlformats.org/officeDocument/2006/relationships/notesSlide" Target="/ppt/notesSlides/notesSlide4.xml" Id="R9ea911a44dd143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9bfbc12142f2" /><Relationship Type="http://schemas.openxmlformats.org/officeDocument/2006/relationships/notesSlide" Target="/ppt/notesSlides/notesSlide5.xml" Id="R0921f3f835ed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2e40b7b2f4e42" /><Relationship Type="http://schemas.openxmlformats.org/officeDocument/2006/relationships/notesSlide" Target="/ppt/notesSlides/notesSlide6.xml" Id="R0d0031c6278c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392992a1e49d6" /><Relationship Type="http://schemas.openxmlformats.org/officeDocument/2006/relationships/notesSlide" Target="/ppt/notesSlides/notesSlide7.xml" Id="Rf5ed3628f126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7ff8536764c02" /><Relationship Type="http://schemas.openxmlformats.org/officeDocument/2006/relationships/notesSlide" Target="/ppt/notesSlides/notesSlide8.xml" Id="R349a081d79a642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4b8273af64ba3" /><Relationship Type="http://schemas.openxmlformats.org/officeDocument/2006/relationships/notesSlide" Target="/ppt/notesSlides/notesSlide9.xml" Id="R8493ceb1c2fd44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f19862704187" /><Relationship Type="http://schemas.openxmlformats.org/officeDocument/2006/relationships/notesSlide" Target="/ppt/notesSlides/notesSlide10.xml" Id="R8c980002dda849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1448eec7a4270" /><Relationship Type="http://schemas.openxmlformats.org/officeDocument/2006/relationships/notesSlide" Target="/ppt/notesSlides/notesSlide11.xml" Id="R3415df800af74f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5212b80aa4f81" /><Relationship Type="http://schemas.openxmlformats.org/officeDocument/2006/relationships/notesSlide" Target="/ppt/notesSlides/notesSlide12.xml" Id="R607096307f0d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da744f23746e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E04E9-4673-4DD7-AC22-0AB40DF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22AC7-AE79-46C9-8C58-B873D17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New Graduate Engineering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A2653-A460-4D81-B0FF-C3D8613F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1180-61DD-4702-881A-C52B51B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the mobile memory layer for useful links, screenshots, and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92B95-0638-4273-9A62-5B5C7F80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2C865-D832-48F7-B55E-B40FAE1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AD1F9-495A-4781-8438-E3B8EC8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75889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5D76E-440A-407E-A581-B7381885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Memora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18F81-0B84-41EC-AFA6-7BD194A9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People save useful knowledge faster than they can organize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BD7E2-46EB-4493-BEB5-0C682C71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F346-DBD9-45D2-86FB-CD271DFA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90560-4045-4B95-A60E-0C05012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2 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899D4-FEC5-4108-8A33-77EE085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time to capture a useful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52D92-70D0-45BC-8A3E-80118CA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22D97-CF2A-49D0-8EF2-D96BF642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CDD63-FB18-4189-9E0F-4410E5C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500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6B669-A567-4ED1-9905-0B626C87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save action for instant local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0C446-045D-4A14-93F6-30E8FE2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E94EE-2FF3-42DC-B58A-9717A92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B05EE-160A-4D51-907E-CE5D6108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DAC76-6F70-4E47-82B9-CF8B29B7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Core capture and search should work without network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DC96D-BFE4-4812-8763-98BC054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user pain is simple: links, screenshots, and notes get saved across apps, then disappear when the user actually needs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6CFDB-7720-45C9-A608-C3EFA1C6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hold valuable text, but normal bookmark tools cannot search them.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preserve the URL, but lose the reason the user saved it.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 work only when users stop and organize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D73DE-4473-4B38-A19A-5650129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3897E-12FA-464E-942E-75122F3D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6C670-DAB3-4A13-8E2A-9BB6139F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914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5D3E6-274B-48EE-88C0-2871952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AA68C-C934-4F83-8F59-6554266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Capture, Understanding,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C0EBB-607A-4D81-B475-4BD29F4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rule: every feature must improve one of these three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B15E6-1175-42FB-BCC5-D1F2886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70285-D2BA-4801-B687-A3C96F3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8EC2-FED4-43FC-B2E6-18CAC27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Screenshots, URLs, text, and photos saved from mobile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BDE88-9304-4773-9EA8-3B7F92AB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8F192-16C8-4C22-AF2F-929CF32B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D7A7B-E965-45D1-9103-415928B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summaries, and tags run in the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FEA92-A1A6-4EC0-920D-0D3F2306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CAFFD-EE4B-4C28-90F4-50929596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8F362-BCEF-4CCF-BDA8-75013B88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Full-text search across items, source filters, time filters, and resurfaced context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4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074EF-A006-42BB-876E-CC7DB20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Core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DACD1-8957-4392-8086-7F6FCB4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71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1B822-5A13-405B-BE47-B6DE0D5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EAFB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A1E15-33BE-42D7-B356-37E8BE83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5240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F0F3F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ownership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6AD56-1E12-42A8-B1EF-7CE97CA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14287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5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Background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B4378-A26D-46B9-8F19-FC5C9859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ED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Minimal effort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D3264-623D-47E5-8A0B-3C27BD8C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67C4B-1779-4D65-BFD2-490ACA33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1C41E-AFA2-4A5B-BBA2-2C01B8B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0240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2FA2C7-0995-47F5-BAF0-A5563F0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0F229-8E88-45D0-9D5B-4BBC46B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first release should make capture feel instant and recall feel obvious.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AAA64-AD95-466C-B817-C249E4A0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FD9F9-B076-4610-8E8A-9AA996B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CF79F-7F01-42C0-A926-F3BB7A96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0B5C2-194F-4C28-BE57-97E07B1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from share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DCF4A-48BA-4860-AC53-D6C0AC5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screenshot, link, or text snippet reaches Memora without extra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6429C-4B27-487A-9049-A310476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A89AC-6AF6-459D-BF4F-5A999FF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CB611-9241-4B9E-A6FF-4E7CCA0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3BE05-B456-4389-B320-37CF17B7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Store locally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282F4-CE85-497D-8FCF-26E343D3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Raw content and the first search index land on the device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28420-1E8E-446E-ADF2-6F62D78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9D6AF-B200-414B-A6D8-9359F3A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22F55-0075-4572-AE4E-CA985C17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3FCA0-1452-4D13-ABD0-FEB68CF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Process in 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A8AA6-C438-41D0-B456-87773A5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title extraction, summary, and tags run after the save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24311-712F-46C8-8E10-F802711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B0A02-5822-4B0A-A4F3-98A8C35A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16DDF-DE1C-4B38-AFAA-894DFBE3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1D8C6-63C6-485C-AB91-B187E4AD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F2190-9BCE-4CEA-91BD-6A86067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Users find items by words inside screenshots, links, source, or time.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33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48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F1209-FB37-4595-BF0F-3D6BFAA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MVP avoids folders, collaboration feeds, task management, and chat with notes. That restraint gives interns a clearer product surface and a better engineering target.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3AFFA-410F-4BBB-96E7-34F593A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02FE5-4B3D-47E1-B6C9-1F812B2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AD8FE-26A6-40AD-836B-DA80E78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3277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D44D5-60DB-4E84-8FB4-E912EF17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New Grads Will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7EB4C-ABDB-4211-B702-DE3B25E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real product surface with meaningful ownership across mobile, backend, search, sync, and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89C84-B03E-4E7D-BF93-7E9FBF8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DBE6A-64F0-41FD-85B3-00C94D1F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9BD3A-5DEB-45FF-AEAD-1191952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Mobile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6245D-3590-4C68-A737-A459FCC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76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React Native and Expo flows for camera, image picker, share sheet, deep links, and offline-first 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C74F0-CD43-4E38-9F31-B9D35B7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8898-D933-46A7-A70A-4972820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53F8E-6878-4418-89BB-98060DB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B7C84-E1E9-49A2-8461-DAA8B96F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MMKV storage, encrypted session state, search index persistence, and device-first performance 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FCD76-338C-46C8-AAF3-B3566C2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0AF71-AF72-4859-82E0-45995BD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425B5-9F65-4D59-A54A-0016684B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Backend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C3770-6B67-4B52-AE29-31AA118B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81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FastAPI APIs for auth, metadata, items, sync push/pull, stats, and cloud persistence.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69387-3428-47F5-909D-2C081F8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A1DD1-7CC6-41C8-9DF0-736D45B8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2662B-E59F-499B-BA57-E1C3B87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4DC65-B407-4613-A345-59A7CE7E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33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summary generation, auto tags, and background processing orchestration.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B4276-A245-495A-A2AB-9A2B68C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B7B00-A056-4978-92AC-21E7540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751D0-36FE-457D-B46B-5864B067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5169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9A00A-2A4E-4034-B384-A6FBE446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3C7CA-F97B-4DBE-8425-34C7BCBE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Mobile-First Technical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949B-011F-4813-8105-6BA6D4C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The architecture teaches practical product engineering: latency, offline behavior, sync, data ownership, and asynchronous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FB83E-633E-47B9-97FF-0E74A1C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1896-61C2-47B9-B0F5-0F38CBE3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E474-4654-44BD-8F17-39212762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Expo Router, React Native, Zustand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F02A7-0C59-4916-B30C-A2B3717D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8EB23-1196-4847-8FE0-AAAF37E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AE116-E66B-4007-B169-91B3D20D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MMKV, SecureStore, local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D6A9A-EB56-49FA-882B-9E8BD9F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04CDA-FC21-4EC2-A3C3-83FF3E6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814AF-76F1-4567-979E-B15AC361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items, search, sync,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08A81-01EB-4C65-871A-9C9DF3C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C2B22-695F-4E62-9883-0CE0E99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560BF-77A1-4A39-A135-75C3A1CC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Postgres or MongoDB, MinIO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194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5787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58D0A-4BC2-4487-8617-8C27147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50768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AFDC6-30EC-475C-B222-BEB896E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Background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CC966-A214-46A9-B71A-DFB55113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469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summary, keywords, auto tags</a:t>
            </a:r>
          </a:p>
        </p:txBody>
      </p: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57913" y="3448050"/>
            <a:ext cx="14192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390900" y="3448050"/>
            <a:ext cx="1347788" cy="1476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46E4D-DF96-481B-B9AC-4399D195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6D4EF-6076-4B5B-8AFC-01F2DC1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1BA2E-61A1-499A-BE4E-E0EEEA4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6777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05998-F1E5-44CB-B10E-F9C6B020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48C4-E86E-4895-897F-1ACAE23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project is narrow enough for focus and deep enough for serious engineering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E19F5-C377-4B17-AF5D-D884D94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CB175-2EDD-47F5-9741-68903D8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C07F4-1767-4400-BA6A-FEBFD495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flows, navigation, permissions, and app store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25063-4D4C-4E06-8E8C-3DF43B9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F717A-620F-4D3F-AB52-793A458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B0426-CC1E-45DF-9BEB-FD4C011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Local persistence, sync queues, retries, and conflict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2A20E-D09C-4784-82BA-7F9B1E2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BA0C6-C0C4-47E7-8DAA-1EAB02B6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API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7C6C2-E0A3-4D68-8562-310BC02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Auth, pagination, filters, CRUD, and observable service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61B5B-7A1C-4DFF-B94D-C98BA397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9CAA5-2029-44E5-97C2-37F9A09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Search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E8523-3A11-4DDD-96AA-7241EC2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Text extraction, indexing, ranking, and empty-state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EDD43-0BB8-4704-8ECB-3662FE6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E36C5-7BF4-4736-975F-08BFAFBE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AI product 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6DCA5-0B7A-440E-AC90-748A98D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When OCR and summaries help, and when they should stay 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87A40-0F5F-4975-8537-AAC9D21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3F0FB-08B2-48FE-92A3-7795BD0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Privacy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38B9E-579A-44ED-A0D4-26CCAF4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Data export, deletion, clear storage choices, and trust-building 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4BB83-5804-4509-B780-8A518443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70E2C-6E67-4232-A3A9-74D4839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8E299-04F9-4F23-920B-7047FF8E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9307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AE2FC-81F9-47A5-8FA3-FC34537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Intern Project Tracks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583E1-62E6-4B63-8509-5BDEE9E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Each track ends with a demoable product increment and a written engineering decision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B4155-07EC-40D8-BB07-B34905CF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A97D1-6851-4A05-9A8C-9B07D13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043B6-7E99-4684-83C2-A98DCD7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859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camera/gallery intake, text note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909E8-2870-41A1-B75C-6AB918D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flow that works in under two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DCD3C-EB97-491D-B4A0-9070A202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C703C-4320-4EA5-A42B-7FC424A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Recall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403EF-B1D7-4FB9-810B-EE96AF5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 ingestion, local index, filters, result grouping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5757B-7275-4946-8398-A86C93E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95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that finds screenshot text and saved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EE4BC-7B20-4FE9-972C-C82C9102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8E5B6-2212-457A-A752-1CB93162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Sync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3E2E6-24F1-49B1-85C3-9131C6D3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Push/pull, retry queue, merge rules, network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926CB-A2F4-4FF8-B632-30ED828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Offline capture that syncs without user 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828B5-A9CD-4227-B589-D9E55A3B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41822-D4FF-4BFA-A073-C0A0880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AI 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CCF16-9F20-49C6-BE7A-C63EE0A4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Readable link extraction, summaries, keywords,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B98DC-E00A-40E5-920F-A69F646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Background enrichment that never blocks saving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FED35-27CD-4573-8E70-447E84D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scope can be assigned to individuals or two-person pods depending on intern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11440-6C44-4950-8989-FAE7D48E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21C1B-5E5E-4ECE-9E46-346C5EB9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FCC05-2735-42B1-8956-777D8CB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1987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688F1-F9A0-4E9B-A6D9-D74EC220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Eight Week Build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1AF8D-900A-41AA-9CF3-D6AA1F6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plan balances onboarding, implementation, validation, and a final product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25060-B99A-4A6C-9D19-E00B885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62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B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FDB3E-BE03-45A3-9036-B499362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3D9F9-EE5B-438A-93B0-95E810B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4530-B168-482C-AF9A-242BDF34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Product and stack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3AF3-5A04-4891-A700-535A9E7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90F63-3AEE-48E9-AE98-70A6D08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2-3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41B09-603D-49E2-9117-38E5B65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implementation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8D9D5-64DE-47B0-83C2-FFB1C983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345D-7D92-4DFA-9521-87F3A0B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4-5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C8C40-63CA-4892-80EF-9C808E65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Search, sync, and quality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2C121-C6AC-403F-ADC3-004DDF71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F1CC7-4976-4184-86C3-1DCEA1E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6-7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76E5C-71F1-4652-ACC0-1234417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Beta hardening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64A38-09C6-498C-A8C0-2FA56428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18670-3A08-4F5A-A56E-2EF61A2D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FE5AB-5F3D-439B-AE8A-C9BA4C9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Demo, handoff, next 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72B27-10A9-475E-BD71-5B23109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Expected cadence: weekly demos, short design reviews, small pull requests, and a product metric attached to every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26332-98A5-4A43-9626-9FCFC1B0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0EE27-1234-4504-8499-AAB83C67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C0626-51A1-444B-B1BC-A3B5FAAA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8421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15BC3-8164-497F-9D06-50666D16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Engineering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42AB7-F045-4335-BAFE-0BCAE3A6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learn how product, design, and engineering decisions connect.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DAB6F-9E89-4680-84E0-5083026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9D017-5EDE-47AE-BD37-72FAE279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User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C8B0A-0469-4772-8F34-1B41439C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a real saved item and the recall moment the user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BED8D-D22E-45F9-A8BB-D73E2117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2D589-2D89-407A-BD29-CC44458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Thin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28D66-3902-413C-8FFA-E8BD58F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Define the smallest behavior change worth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A52C4-9597-4D2D-9FE0-4E9DF2C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40011-1244-4AC4-93BB-DA7A190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43F39-5560-41C8-808A-CEC07E8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Ship a focused increment with tests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064FC-5728-4EF1-A53B-AB87DE9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C1F92-A7B9-4E1B-8F79-682C22B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48AD1-7253-4332-8BA9-8A21F2C8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Review usage, latency, bugs, and the next product question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909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916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32041-84CB-4B9E-8885-83EDA410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model keeps the internship practical. Every project should improve capture speed, search success, or user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5C82C-DAB2-4C74-9D2C-DABBC3F9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79848-0F0E-43E1-BF7A-CFC6E6D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BEEC3-0A01-45A5-BEE4-91BCF6E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01974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CA8D4-AACB-4957-A515-B3920D2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This Internship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80E68-02F6-42C7-96FE-90DAAD73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can own visible product behavior instead of isolated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F235D-C118-4114-8801-2D75205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strongest learning happens when engineers see how a small decision affects a real user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757A2-D215-46C1-81B3-0012C82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bug directly affects whether users trust the app.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slow search result directly affects whether users come back.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poor privacy choice directly affects whether users store personal knowledge.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clear demo lets interns show product judgment, not only implementation effort.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2FC39-0F0E-4A14-A516-1BAD346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333500" cy="238125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D6FF5-FC71-4369-9E70-3254C59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066800" cy="18097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E3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9D084-206B-43E7-91C5-5520480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24F19-1F9B-4C80-A5D2-E198325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A0413-8907-4A27-8494-4EEA4C5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AC8E2-5E30-47C2-9657-CF374E9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9"/>
          </a:solidFill>
          <a:ln xmlns:a="http://schemas.openxmlformats.org/drawingml/2006/main" w="9525">
            <a:solidFill>
              <a:srgbClr val="5A67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5F13A-F44C-4767-86FA-774E441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23767-F40A-48CD-9E38-30D8F20D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5FDE8-E686-47CE-9A51-43DA8528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1804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60706-361B-4E2D-9FE2-2434F1EC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75C7F-C282-4EE2-9E97-6A0A7AD1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memory layer for mobile knowledge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FD773-E11D-47C2-9165-79EC1E4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Memora is narrow by design: capture useful information once, understand it in the background, and recall it when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45F2C-E4DB-4325-B0C4-C13778AA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0">
            <a:solidFill>
              <a:srgbClr val="102A4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rPr>
              <a:t>Mobile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2754E-015A-47F0-950C-C6DFA5F3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1619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8"/>
          </a:solidFill>
          <a:ln xmlns:a="http://schemas.openxmlformats.org/drawingml/2006/main" w="0">
            <a:solidFill>
              <a:srgbClr val="123A2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rPr>
              <a:t>Backend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4D937-71B0-4AE8-BFB1-E2BAC179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4478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3610"/>
          </a:solidFill>
          <a:ln xmlns:a="http://schemas.openxmlformats.org/drawingml/2006/main" w="0">
            <a:solidFill>
              <a:srgbClr val="4A3610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EC20-78D9-4AC6-9CF6-4392F54C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13811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1A21"/>
          </a:solidFill>
          <a:ln xmlns:a="http://schemas.openxmlformats.org/drawingml/2006/main" w="0">
            <a:solidFill>
              <a:srgbClr val="411A2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rPr>
              <a:t>Product 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37BFF-3C04-4BCB-AE0F-FCB517A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27AF3-A036-450C-8FD2-89386B7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3A541-A3EE-4987-AF17-BF11FAE1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5155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2026-09-05T06:36:07.3890000Z</dcterms:created>
  <dcterms:modified xsi:type="dcterms:W3CDTF">2026-09-05T06:36:07.3890000Z</dcterms:modified>
</coreProperties>
</file>