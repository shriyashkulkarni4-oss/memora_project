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2bcf7c05848e0" /><Relationship Type="http://schemas.openxmlformats.org/officeDocument/2006/relationships/extended-properties" Target="/docProps/app.xml" Id="R77a4b9b79c024a65" /><Relationship Type="http://schemas.openxmlformats.org/officeDocument/2006/relationships/officeDocument" Target="/ppt/presentation.xml" Id="R34bfa06e8f3542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1ca0073184c42"/>
  </p:sldMasterIdLst>
  <p:notesMasterIdLst>
    <p:notesMasterId xmlns:r="http://schemas.openxmlformats.org/officeDocument/2006/relationships" r:id="Rdc7e010cd6474a60"/>
  </p:notesMasterIdLst>
  <p:sldIdLst>
    <p:sldId xmlns:r="http://schemas.openxmlformats.org/officeDocument/2006/relationships" id="256" r:id="R49a71f9f7c154265"/>
    <p:sldId xmlns:r="http://schemas.openxmlformats.org/officeDocument/2006/relationships" id="257" r:id="R1e3111765de0425f"/>
    <p:sldId xmlns:r="http://schemas.openxmlformats.org/officeDocument/2006/relationships" id="258" r:id="R05a917d56423481d"/>
    <p:sldId xmlns:r="http://schemas.openxmlformats.org/officeDocument/2006/relationships" id="259" r:id="R8d5baf8beeee4124"/>
    <p:sldId xmlns:r="http://schemas.openxmlformats.org/officeDocument/2006/relationships" id="260" r:id="R79551637f95f4e01"/>
    <p:sldId xmlns:r="http://schemas.openxmlformats.org/officeDocument/2006/relationships" id="261" r:id="Rfefcb78daf624f23"/>
    <p:sldId xmlns:r="http://schemas.openxmlformats.org/officeDocument/2006/relationships" id="262" r:id="Re39597ac8d59445e"/>
    <p:sldId xmlns:r="http://schemas.openxmlformats.org/officeDocument/2006/relationships" id="263" r:id="R97fd32703cf3439e"/>
    <p:sldId xmlns:r="http://schemas.openxmlformats.org/officeDocument/2006/relationships" id="264" r:id="R208e1700d29843aa"/>
    <p:sldId xmlns:r="http://schemas.openxmlformats.org/officeDocument/2006/relationships" id="265" r:id="Rc11cb24bf05f468f"/>
    <p:sldId xmlns:r="http://schemas.openxmlformats.org/officeDocument/2006/relationships" id="266" r:id="Rd2029c9c06084d77"/>
    <p:sldId xmlns:r="http://schemas.openxmlformats.org/officeDocument/2006/relationships" id="267" r:id="R05fe2f97fd35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0e0e03b3ee47c9" /><Relationship Type="http://schemas.openxmlformats.org/officeDocument/2006/relationships/slideMaster" Target="/ppt/slideMasters/slideMaster1.xml" Id="R5991ca0073184c42" /><Relationship Type="http://schemas.openxmlformats.org/officeDocument/2006/relationships/notesMaster" Target="/ppt/notesMasters/notesMaster1.xml" Id="Rdc7e010cd6474a60" /><Relationship Type="http://schemas.openxmlformats.org/officeDocument/2006/relationships/presProps" Target="/ppt/presProps.xml" Id="Rfbe7ebb6631747f6" /><Relationship Type="http://schemas.openxmlformats.org/officeDocument/2006/relationships/tableStyles" Target="/ppt/tableStyles.xml" Id="R5ceb434de2664a62" /><Relationship Type="http://schemas.openxmlformats.org/officeDocument/2006/relationships/slide" Target="/ppt/slides/slide1.xml" Id="R49a71f9f7c154265" /><Relationship Type="http://schemas.openxmlformats.org/officeDocument/2006/relationships/slide" Target="/ppt/slides/slide2.xml" Id="R1e3111765de0425f" /><Relationship Type="http://schemas.openxmlformats.org/officeDocument/2006/relationships/slide" Target="/ppt/slides/slide3.xml" Id="R05a917d56423481d" /><Relationship Type="http://schemas.openxmlformats.org/officeDocument/2006/relationships/slide" Target="/ppt/slides/slide4.xml" Id="R8d5baf8beeee4124" /><Relationship Type="http://schemas.openxmlformats.org/officeDocument/2006/relationships/slide" Target="/ppt/slides/slide5.xml" Id="R79551637f95f4e01" /><Relationship Type="http://schemas.openxmlformats.org/officeDocument/2006/relationships/slide" Target="/ppt/slides/slide6.xml" Id="Rfefcb78daf624f23" /><Relationship Type="http://schemas.openxmlformats.org/officeDocument/2006/relationships/slide" Target="/ppt/slides/slide7.xml" Id="Re39597ac8d59445e" /><Relationship Type="http://schemas.openxmlformats.org/officeDocument/2006/relationships/slide" Target="/ppt/slides/slide8.xml" Id="R97fd32703cf3439e" /><Relationship Type="http://schemas.openxmlformats.org/officeDocument/2006/relationships/slide" Target="/ppt/slides/slide9.xml" Id="R208e1700d29843aa" /><Relationship Type="http://schemas.openxmlformats.org/officeDocument/2006/relationships/slide" Target="/ppt/slides/slide10.xml" Id="Rc11cb24bf05f468f" /><Relationship Type="http://schemas.openxmlformats.org/officeDocument/2006/relationships/slide" Target="/ppt/slides/slide11.xml" Id="Rd2029c9c06084d77" /><Relationship Type="http://schemas.openxmlformats.org/officeDocument/2006/relationships/slide" Target="/ppt/slides/slide12.xml" Id="R05fe2f97fd35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de1f33a31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de568b18174743" /><Relationship Type="http://schemas.openxmlformats.org/officeDocument/2006/relationships/notesMaster" Target="/ppt/notesMasters/notesMaster1.xml" Id="Rd1d74d5da5da46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330b3fb5de4524" /><Relationship Type="http://schemas.openxmlformats.org/officeDocument/2006/relationships/notesMaster" Target="/ppt/notesMasters/notesMaster1.xml" Id="R27845260a879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5069a8ce24d82" /><Relationship Type="http://schemas.openxmlformats.org/officeDocument/2006/relationships/notesMaster" Target="/ppt/notesMasters/notesMaster1.xml" Id="R483c6a804e6f4e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cf409a1124c0e" /><Relationship Type="http://schemas.openxmlformats.org/officeDocument/2006/relationships/notesMaster" Target="/ppt/notesMasters/notesMaster1.xml" Id="R1242110afd7e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5e5b4ed6eb4a4b" /><Relationship Type="http://schemas.openxmlformats.org/officeDocument/2006/relationships/notesMaster" Target="/ppt/notesMasters/notesMaster1.xml" Id="R103fba41a9fe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3af5b9e3441ca" /><Relationship Type="http://schemas.openxmlformats.org/officeDocument/2006/relationships/notesMaster" Target="/ppt/notesMasters/notesMaster1.xml" Id="R5717a42e03ab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fa0365eff74e07" /><Relationship Type="http://schemas.openxmlformats.org/officeDocument/2006/relationships/notesMaster" Target="/ppt/notesMasters/notesMaster1.xml" Id="R882efd3a341947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5d5827342f4440" /><Relationship Type="http://schemas.openxmlformats.org/officeDocument/2006/relationships/notesMaster" Target="/ppt/notesMasters/notesMaster1.xml" Id="R9635b7967da546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d8052ca664474" /><Relationship Type="http://schemas.openxmlformats.org/officeDocument/2006/relationships/notesMaster" Target="/ppt/notesMasters/notesMaster1.xml" Id="R63afecc7bfaf45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d11fa5c2a0494d" /><Relationship Type="http://schemas.openxmlformats.org/officeDocument/2006/relationships/notesMaster" Target="/ppt/notesMasters/notesMaster1.xml" Id="Re09739ba81d84e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5ff037e9441f0" /><Relationship Type="http://schemas.openxmlformats.org/officeDocument/2006/relationships/notesMaster" Target="/ppt/notesMasters/notesMaster1.xml" Id="Rfd905b72c0ad40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82c4f5ae3f42fa" /><Relationship Type="http://schemas.openxmlformats.org/officeDocument/2006/relationships/notesMaster" Target="/ppt/notesMasters/notesMaster1.xml" Id="Rc694f8d37f54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Targets come from MEMORYHIVE_REQUIREMENTS.md success criteria and non-functional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framing from MEMORYHIVE_REQUIREMENTS.md sections 1, 6,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scope and explicit non-goals are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Workstreams map to MEMORA_README.md architecture and roadmap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combines MEMORA_README.md current stack with MEMORYHIVE_REQUIREMENTS.md target storage and AI pipeline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Learning outcomes are derived from the requested audience and source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Project tracks translate the PRD into intern-sized delivery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Build plan is an operating proposal, not a source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Operating model created for the recruiting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Phone sketch is a native editable product concept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Closing slide for intern recruiting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a0f8de53d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ebed0bea8420f" /><Relationship Type="http://schemas.openxmlformats.org/officeDocument/2006/relationships/slideLayout" Target="/ppt/slideLayouts/slideLayout1.xml" Id="R20b80faca49246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80faca49246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06dc9524f4772" /><Relationship Type="http://schemas.openxmlformats.org/officeDocument/2006/relationships/image" Target="/ppt/media/image.png" Id="Rda1279fc174545d2" /><Relationship Type="http://schemas.openxmlformats.org/officeDocument/2006/relationships/notesSlide" Target="/ppt/notesSlides/notesSlide1.xml" Id="R23459ea2858e44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d6ef261a94b2b" /><Relationship Type="http://schemas.openxmlformats.org/officeDocument/2006/relationships/notesSlide" Target="/ppt/notesSlides/notesSlide2.xml" Id="Rb5b574eaa903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5383d4cb24a27" /><Relationship Type="http://schemas.openxmlformats.org/officeDocument/2006/relationships/notesSlide" Target="/ppt/notesSlides/notesSlide3.xml" Id="Rb10bd86d96844c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0f8108b074b75" /><Relationship Type="http://schemas.openxmlformats.org/officeDocument/2006/relationships/notesSlide" Target="/ppt/notesSlides/notesSlide4.xml" Id="R88c03d1b79554f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c15b92a7442b0" /><Relationship Type="http://schemas.openxmlformats.org/officeDocument/2006/relationships/notesSlide" Target="/ppt/notesSlides/notesSlide5.xml" Id="R51400185e430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efa670a2b4919" /><Relationship Type="http://schemas.openxmlformats.org/officeDocument/2006/relationships/notesSlide" Target="/ppt/notesSlides/notesSlide6.xml" Id="R238af0d04a1644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bab0d5dae45bb" /><Relationship Type="http://schemas.openxmlformats.org/officeDocument/2006/relationships/notesSlide" Target="/ppt/notesSlides/notesSlide7.xml" Id="R07c00d5d7dd546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1206f4c434e86" /><Relationship Type="http://schemas.openxmlformats.org/officeDocument/2006/relationships/notesSlide" Target="/ppt/notesSlides/notesSlide8.xml" Id="R1bbed462d91e48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05b6bb80d433a" /><Relationship Type="http://schemas.openxmlformats.org/officeDocument/2006/relationships/notesSlide" Target="/ppt/notesSlides/notesSlide9.xml" Id="R769f98ef6bc944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04f904576497c" /><Relationship Type="http://schemas.openxmlformats.org/officeDocument/2006/relationships/notesSlide" Target="/ppt/notesSlides/notesSlide10.xml" Id="R8f7dc4a79afb43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bf15bcf604c9d" /><Relationship Type="http://schemas.openxmlformats.org/officeDocument/2006/relationships/notesSlide" Target="/ppt/notesSlides/notesSlide11.xml" Id="Rdc8a1744134240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665e56b9b4df6" /><Relationship Type="http://schemas.openxmlformats.org/officeDocument/2006/relationships/notesSlide" Target="/ppt/notesSlides/notesSlide12.xml" Id="R23ef505d6039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279fc174545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172C1-7AA3-426E-ABCD-4C1F0E79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B4521-5F6E-48EE-90F9-0CDA3B3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New Graduate Engineering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7B6C-CEFD-4874-B14F-4C9FF1B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9B347-77D7-4803-9C11-0D1B934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the mobile memory layer for useful links, screenshots, and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E5B57-774F-42FC-85BC-433DC060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861E0-B60A-4910-8E04-CAF2D28D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1851D-3736-4FE6-AC36-DA490CD4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61412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C8E10-6025-4332-940A-4F426B1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Memora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8B9B8-5FE4-44D0-9CB5-03DE11D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People save useful knowledge faster than they can organize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98083-3F4D-4F01-918D-E441C6D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E2F85-D421-4868-BC98-7F513A2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F7EEB-A36B-469E-A76C-D95B03F1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2 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B08B-A211-447C-BDDC-C83192BD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time to capture a useful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EB042-2DEC-49AB-B927-67086E0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B55CB-04D7-43EE-A3BC-6E46DEA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616F6-DAF2-48A8-8183-AA366615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500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9699F-E2B3-4849-ABA7-310D111E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save action for instant local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8470D-211F-454F-845D-02D552DF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05DA0-4B07-43FD-AEF0-9486F3D7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A7C50-E8AC-4277-B82B-F6B9ACFC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643A6-8B56-4E2C-A331-62F3C68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Core capture and search should work without network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21C4C-B4C4-4A24-957D-4EF1D2B3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user pain is simple: links, screenshots, and notes get saved across apps, then disappear when the user actually needs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16E89-53FE-459E-BA3B-81D2963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hold valuable text, but normal bookmark tools cannot search them.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preserve the URL, but lose the reason the user saved it.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 work only when users stop and organize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FE6D8-F5FA-47D8-AF35-8E3BDEE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3095F-F438-438F-B19E-5A035D9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8E20A-95D9-47EB-A5BC-9C53EAA0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6844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0F23B-9B72-4152-BC3F-7BBA967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23CDD-F987-4A7E-BE5B-D50B3D49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Capture, Understanding,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E1E40-15C8-4BFF-BAF8-89F17A9B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rule: every feature must improve one of these three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A91B8-6F81-4A06-8AEC-05F9CAA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3826C-3316-4594-B39A-B79B4698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0D6EB-AE7B-4B8E-B50B-1B05E1F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Screenshots, URLs, text, and photos saved from mobile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7A1B1-C730-4272-A7BC-8353E2A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C5EF4-3D0D-4652-B920-6F599959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40153-1292-45AB-9A8E-279CD90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summaries, and tags run in the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E8FA5-1CB3-4EAB-BD50-5CB0042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C4469-A4F0-4AD2-8D58-B4FE4E2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DA821-ED19-415B-97D1-640ECFE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Full-text search across items, source filters, time filters, and resurfaced context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4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6F702-1C59-4CBE-A79B-B64DD84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Core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35E4A-E902-40AF-91B7-BA9C495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71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B8988-B9E9-499B-8386-2E4DEFE3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EAFB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29612-187F-4B8F-88A2-1866CF4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5240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F0F3F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ownership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1FC12-A1E3-4D1A-9D8B-DB70F542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14287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5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Background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FA386-F817-4D4C-AF0F-F52853B8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ED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Minimal effort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74AE0-55B9-4B56-BF23-7FFDB6A2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85B2F-D907-4DDB-89A8-2A100800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CA342-4DE6-4D5C-8353-DD26D15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4728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D847F-F182-44F1-A780-3D5DCED0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564A5-7A1A-4D67-9205-32D6E4F5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first release should make capture feel instant and recall feel obvious.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E136-D0C4-4A35-8696-2F86B78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F4597-78A3-4A81-AA2E-11DE587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F82DA-147B-478B-8DB8-078D474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36B9C-E259-41CD-8276-8854E901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from share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6A90-7B44-4AC8-9917-8C70389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screenshot, link, or text snippet reaches Memora without extra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F7BB8-51FF-4F84-ACD9-5D07DD79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F98F9-2FF6-42AD-9657-ACFDC76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EC95B-6530-4788-9061-CF766DC4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C19A3-07EE-4F9F-9FAB-228D252B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Store locally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AF6C6-773F-4873-BCAA-BAA62BD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Raw content and the first search index land on the device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93291-0C34-4284-A6B5-14A3A7B3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6CA61-0561-4BAD-AFD9-51A1B10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C9694-6C45-443A-94CC-5833D962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D5EDC-A997-4CE5-8BE8-B1BB576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Process in 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0ADFC-F7F1-4645-A64C-8C26E0A7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title extraction, summary, and tags run after the save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CAF87-C339-4FB0-B18D-5E3B805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84241-C1A8-42D7-A41C-5BABF8D0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6B3D6-5A41-44F1-B5E2-7E69CE5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8DBE9-906E-4BB3-B86F-6FE6CB79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F201F-C343-46EC-84E2-F28047F9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Users find items by words inside screenshots, links, source, or time.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33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48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A57E1-FA73-4B83-AC5C-C9412C8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MVP avoids folders, collaboration feeds, task management, and chat with notes. That restraint gives interns a clearer product surface and a better engineering target.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D956B-D294-41FD-BA92-43B9168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F5A5F-2A2F-49E9-8767-3929E28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E87ED-FE87-4FBB-A9A0-3C7BB149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8181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4E66C-2176-4E30-A085-8C2A6924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New Grads Will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A69F5-EB26-4E4F-8C6E-398D62B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real product surface with meaningful ownership across mobile, backend, search, sync, and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1F8F-2B67-426D-BE13-BAEA62B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0F278-E8B1-47DA-ACC8-FC8BF89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D2CBE-576A-4EFD-851C-2C455302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Mobile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29A5D-4735-48F7-98B4-C2A79C8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76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React Native and Expo flows for camera, image picker, share sheet, deep links, and offline-first 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453A2-1613-4D56-AF9A-BDD8A2A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91213-B419-4B60-9556-A722DA2D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C5512-7A45-4456-84FB-BE66FCF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71C03-C1A4-4776-8CA4-0BCE811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MMKV storage, encrypted session state, search index persistence, and device-first performance 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42C71-102F-4D46-A55A-FF43566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D748E-92A9-4A18-A7C1-E471B37A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75275-746A-4162-9171-FC0669F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Backend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D5E0C-9CAA-43E9-8CA9-25F99361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81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FastAPI APIs for auth, metadata, items, sync push/pull, stats, and cloud persistence.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E9D4-81E3-496A-AA52-C1D3916C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D688C-440F-4711-9B84-F6D338C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AAC9E-C94B-48DE-953B-8D76A27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A9C9C-E2D7-4775-8DAD-77AE1D9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33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summary generation, auto tags, and background processing orchestration.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55CB2-EE4A-448E-956C-AA7B65F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B0E8E-D18E-4AB2-9327-57881BE2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1D400-4CA1-40A5-914C-5911EC0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405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7FB83-2F8E-41C6-82B0-DCD936E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E5267-DDC1-48C3-86E7-2DD75FEB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Mobile-First Technical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20173-B73F-42E7-BF02-9F2C0AE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The architecture teaches practical product engineering: latency, offline behavior, sync, data ownership, and asynchronous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9F6E1-C2B3-4748-A351-E9B2ED5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A1620-E87A-4C7E-ADAB-63EF71A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0A9EE-1097-464D-B123-303BEFF1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Expo Router, React Native, Zustand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294C1-15ED-435E-A479-90E02D1D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0177-EC57-4A51-BEAF-168E3D10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4D8C9-9AE7-4DB4-B5B3-9A1DB3B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MMKV, SecureStore, local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F8E4E-DE5B-44FA-AF83-39479B6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F681-9C8A-46E8-A0E8-2CA1FE3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DA22A-019E-48E3-A6B0-26084D2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items, search, sync,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B0209-79C5-47FD-A95A-293205C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2FBCB-BD10-43B3-8BCA-A9CC31C8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CA1FB-F3AF-43FC-BFB8-8CAD8765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Postgres or MongoDB, MinIO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194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5787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A49C4-0E0C-4CE7-B4A0-961541C1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50768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34A8F-FF79-4394-BD4E-0A10073B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Background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A4706-B9BA-423E-B346-3578210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469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summary, keywords, auto tags</a:t>
            </a:r>
          </a:p>
        </p:txBody>
      </p: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57913" y="3448050"/>
            <a:ext cx="14192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390900" y="3448050"/>
            <a:ext cx="1347788" cy="1476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3FDEB-2EBB-416B-A136-461E2B9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DC33D-D9EC-4864-8DC8-2B1EBAD6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0DE53-54CF-47FC-8425-A5EADBB3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3287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6CEBB-3E1F-4C78-92C3-019ED10F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1AF97-7B63-4F45-8CDA-6AD6F4DB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project is narrow enough for focus and deep enough for serious engineering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C21A-BFDC-4636-ACB1-F73AB6E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2F9ED-BD6E-468D-9C57-7D18920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CC278-4D1B-4310-9731-BB98830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flows, navigation, permissions, and app store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C388-4009-4D56-8A2F-2C82E04E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0E16E-04B1-4B99-99B1-EB98116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ADE63-5318-4EE4-AA89-44755FD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Local persistence, sync queues, retries, and conflict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B1F46-7C6E-46BD-9AF5-520407AD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2858-48B1-41CD-ADEA-96F19360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API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1A856-3D83-42EC-89F8-7D61772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Auth, pagination, filters, CRUD, and observable service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B4697-72C5-4BBE-A450-8F26C285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187E3-B028-42BA-9C16-EE6A095F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Search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628C9-8A29-4F0F-9A59-B209E86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Text extraction, indexing, ranking, and empty-state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B1914-0D37-4A3C-BB7B-60B52BD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324F5-0F9D-42DF-B23C-ED78F082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AI product 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CCEB1-790F-4590-9B9E-F358DCD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When OCR and summaries help, and when they should stay 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78912-207D-41D9-840F-2291588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683BE-0595-41EE-9BA0-2DA8C78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Privacy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9A41A-CC15-4842-8880-0FCBE4F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Data export, deletion, clear storage choices, and trust-building 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B6D32-8EFF-40F4-8318-52C591D3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57C25-B024-4708-9F7D-70CEDA9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213956-E059-41B2-BE04-3BEA1992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3480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8DCD9-FF6F-40EB-8D40-407FA72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Intern Project Tracks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4E471-FFCF-4ABB-876E-AE01549C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Each track ends with a demoable product increment and a written engineering decision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9BF0B-E8E7-400A-98D0-9741F590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461A7-0AE1-4EC8-A916-4276657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F2B02-63B3-4829-B7BC-75D98BCE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859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camera/gallery intake, text note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90EFB-4DDC-4128-A425-76F71D7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flow that works in under two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DC207-02D8-4473-8441-92761822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9040B-1277-44A3-866D-8FBB59B2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Recall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9CBA4-F6A6-403C-983F-B9968057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 ingestion, local index, filters, result grouping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628BD-1D63-452C-A46C-96167867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95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that finds screenshot text and saved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99E3C-8F65-4843-A9EF-3A9C993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E9B71-CF1F-469C-B0C5-A378935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Sync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C8F75-1655-4649-B7D1-5E46950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Push/pull, retry queue, merge rules, network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1C477-A843-4458-88FC-A9E3216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Offline capture that syncs without user 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B7B0E-02D8-42EE-BD1A-804C6A92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46ECA-A3A0-4485-9B55-95D1ECE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AI 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7C390-4A37-41A0-9850-E309F70E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Readable link extraction, summaries, keywords,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FF529-A73F-4753-BF96-458EBEBB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Background enrichment that never blocks saving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78A93-771F-4192-A9D0-0E62F38E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scope can be assigned to individuals or two-person pods depending on intern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00660-2A6B-47D1-A692-F82D29A5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048E6-E6EE-4228-81C5-AF1AC355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67D9B-CB48-4158-9C02-E93374A2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1190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D3CBD-4B0F-4BE7-9CD2-6F6FD66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Eight Week Build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9AD1B-0D81-4950-B1B0-095A30C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plan balances onboarding, implementation, validation, and a final product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545FB-13BA-4E01-9B9E-0BE20240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62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B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D2AE-4DA0-447D-91B3-5FBDD6A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84D71-8C74-45F6-86A5-62851ABB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67BBD-4D6E-4084-96B2-3915A72D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Product and stack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413E6-6FE4-4EC6-A602-C51CECC7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C3B64-678F-4AEE-AD68-9D68751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2-3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1B962-46CC-4B69-B744-D927E0C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implementation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83931-EB1D-453C-8CD2-2595E8E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09068-5C70-48CD-82AE-D018248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4-5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B389D-C83B-43B7-8432-A4813D8E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Search, sync, and quality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99BF1-C7B1-4314-A572-866EDE80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CAEB9-1ECE-4D8E-9014-DF3CB1E7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6-7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D8E56-EA04-4381-B61F-43A37846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Beta hardening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EB556-DBE9-4F73-B441-DD39B18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8F1BF-50DA-494A-867E-A058FEC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F14E4-A00A-4504-93C5-6FD6919A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Demo, handoff, next 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0870-324D-483F-B8AE-37244EEE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Expected cadence: weekly demos, short design reviews, small pull requests, and a product metric attached to every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1E8BB-8713-428F-A5CE-61797EB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AEF36-A4EE-4280-91C2-52B469E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074CE-E35C-4A59-9A04-5BC0216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7713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7DFF6-47C4-499E-9337-5164812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Engineering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06827-5804-4152-8C1B-495556C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learn how product, design, and engineering decisions connect.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CF8A8-9308-4BB0-B7CB-788B6F06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32003-7180-486C-A14B-DC68A11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User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FD5F1-505D-4A0B-92FD-830DBC57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a real saved item and the recall moment the user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01A24-B903-4C7D-A759-A7EEEE87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99CA9-0B7C-4A4E-B03A-F4309699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Thin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1CCD8-5A90-4EDB-B230-3D4C865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Define the smallest behavior change worth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AFCAB-D2BC-43C0-8749-9FDCBE13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E7F2A-C38E-404E-A372-3324114D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3E726-0C81-4FA2-ABB2-98FB21A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Ship a focused increment with tests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D607B-51E6-422F-A8AE-12FCD49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95098-8724-4ED4-93B7-1E99A40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6C7F5-5A0B-4957-A679-23BB9C3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Review usage, latency, bugs, and the next product question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909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916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BC979-06D7-48F8-9C6E-CAE67E3E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model keeps the internship practical. Every project should improve capture speed, search success, or user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7E336-DCC4-46D6-9D8B-22F2BF5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971C7-06E9-4076-AEBA-AEFD656A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FA9DD-EB22-4B43-A40E-A35A0A9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9191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F3DD7-3874-4718-880A-D821A167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This Internship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B29F9-330D-41A9-8E01-F71A41BD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can own visible product behavior instead of isolated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8CF56-390B-4278-8A27-202F5FFA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strongest learning happens when engineers see how a small decision affects a real user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F07F0-A17F-4A49-90D5-178E2D54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bug directly affects whether users trust the app.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slow search result directly affects whether users come back.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poor privacy choice directly affects whether users store personal knowledge.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clear demo lets interns show product judgment, not only implementation effort.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18C9-EF84-450E-8EC6-5D00DB2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333500" cy="238125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EA48-FA3F-48FD-85D2-6CA0CAC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066800" cy="18097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E3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A404B-B089-4F16-8EF7-1ECA0D5E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990C-744A-4ED8-BF82-A5939DEB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D7CD7-1087-4B7B-B8AD-01E63E7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34D3C-02AD-409A-A349-88B112DD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9"/>
          </a:solidFill>
          <a:ln xmlns:a="http://schemas.openxmlformats.org/drawingml/2006/main" w="9525">
            <a:solidFill>
              <a:srgbClr val="5A67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37B71-1D4B-45F3-AD4D-51801CF3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DECC-D7E6-4BE9-A161-A49B30E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923EC-C28F-40F7-AD72-033AA7C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7160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4A90B-B561-4459-8E20-4C27686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6CD4-FFE2-49B2-9264-6DB00C82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memory layer for mobile knowledge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C8D6F-DB2B-402F-85F3-BC18474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Memora is narrow by design: capture useful information once, understand it in the background, and recall it when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78E73-235C-4404-9616-7AEFC27F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0">
            <a:solidFill>
              <a:srgbClr val="102A4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rPr>
              <a:t>Mobile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980B-6551-45B7-9EC2-30FD6FE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1619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8"/>
          </a:solidFill>
          <a:ln xmlns:a="http://schemas.openxmlformats.org/drawingml/2006/main" w="0">
            <a:solidFill>
              <a:srgbClr val="123A2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rPr>
              <a:t>Backend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5096-1389-4D85-B5F1-6CC0DB3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4478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3610"/>
          </a:solidFill>
          <a:ln xmlns:a="http://schemas.openxmlformats.org/drawingml/2006/main" w="0">
            <a:solidFill>
              <a:srgbClr val="4A3610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3B54B-15F1-450A-9CFF-B03B846B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13811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1A21"/>
          </a:solidFill>
          <a:ln xmlns:a="http://schemas.openxmlformats.org/drawingml/2006/main" w="0">
            <a:solidFill>
              <a:srgbClr val="411A2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rPr>
              <a:t>Product 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07EDC-2C10-420E-A48E-09EA9FC0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74E87-F109-4B3D-B726-8ABB248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0007D-287D-4B89-BD48-31EBCF7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2214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2026-09-05T06:33:28.1130000Z</dcterms:created>
  <dcterms:modified xsi:type="dcterms:W3CDTF">2026-09-05T06:33:28.1130000Z</dcterms:modified>
</coreProperties>
</file>