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b90919fbae48b8" /><Relationship Type="http://schemas.openxmlformats.org/officeDocument/2006/relationships/extended-properties" Target="/docProps/app.xml" Id="Rb044ba64469f4fa1" /><Relationship Type="http://schemas.openxmlformats.org/officeDocument/2006/relationships/officeDocument" Target="/ppt/presentation.xml" Id="R31a408239443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88d22acbf84fec"/>
  </p:sldMasterIdLst>
  <p:notesMasterIdLst>
    <p:notesMasterId xmlns:r="http://schemas.openxmlformats.org/officeDocument/2006/relationships" r:id="Rb5d1a9ffa8a549a1"/>
  </p:notesMasterIdLst>
  <p:sldIdLst>
    <p:sldId xmlns:r="http://schemas.openxmlformats.org/officeDocument/2006/relationships" id="256" r:id="R06f9ff783bad489c"/>
    <p:sldId xmlns:r="http://schemas.openxmlformats.org/officeDocument/2006/relationships" id="257" r:id="R9a29c06547834894"/>
    <p:sldId xmlns:r="http://schemas.openxmlformats.org/officeDocument/2006/relationships" id="258" r:id="R45d01ff583a74a63"/>
    <p:sldId xmlns:r="http://schemas.openxmlformats.org/officeDocument/2006/relationships" id="259" r:id="Rbfcd7402e2c94a51"/>
    <p:sldId xmlns:r="http://schemas.openxmlformats.org/officeDocument/2006/relationships" id="260" r:id="Rbb260424ee0840a6"/>
    <p:sldId xmlns:r="http://schemas.openxmlformats.org/officeDocument/2006/relationships" id="261" r:id="R79922ba121db4c7d"/>
    <p:sldId xmlns:r="http://schemas.openxmlformats.org/officeDocument/2006/relationships" id="262" r:id="R1bb534e7c43147cc"/>
    <p:sldId xmlns:r="http://schemas.openxmlformats.org/officeDocument/2006/relationships" id="263" r:id="R02d11d99db2d443a"/>
    <p:sldId xmlns:r="http://schemas.openxmlformats.org/officeDocument/2006/relationships" id="264" r:id="R2f51233a424148a5"/>
    <p:sldId xmlns:r="http://schemas.openxmlformats.org/officeDocument/2006/relationships" id="265" r:id="Rf17c6dc513b24043"/>
    <p:sldId xmlns:r="http://schemas.openxmlformats.org/officeDocument/2006/relationships" id="266" r:id="Rfee43cae87ae4e6d"/>
    <p:sldId xmlns:r="http://schemas.openxmlformats.org/officeDocument/2006/relationships" id="267" r:id="Rd67225e335994be3"/>
    <p:sldId xmlns:r="http://schemas.openxmlformats.org/officeDocument/2006/relationships" id="268" r:id="Rf9485a2be2a845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3f2c92ee3443e" /><Relationship Type="http://schemas.openxmlformats.org/officeDocument/2006/relationships/slideMaster" Target="/ppt/slideMasters/slideMaster1.xml" Id="Rec88d22acbf84fec" /><Relationship Type="http://schemas.openxmlformats.org/officeDocument/2006/relationships/notesMaster" Target="/ppt/notesMasters/notesMaster1.xml" Id="Rb5d1a9ffa8a549a1" /><Relationship Type="http://schemas.openxmlformats.org/officeDocument/2006/relationships/presProps" Target="/ppt/presProps.xml" Id="Reb60aa4cbb564e90" /><Relationship Type="http://schemas.openxmlformats.org/officeDocument/2006/relationships/tableStyles" Target="/ppt/tableStyles.xml" Id="Rd9ab93c1ce734f74" /><Relationship Type="http://schemas.openxmlformats.org/officeDocument/2006/relationships/slide" Target="/ppt/slides/slide1.xml" Id="R06f9ff783bad489c" /><Relationship Type="http://schemas.openxmlformats.org/officeDocument/2006/relationships/slide" Target="/ppt/slides/slide2.xml" Id="R9a29c06547834894" /><Relationship Type="http://schemas.openxmlformats.org/officeDocument/2006/relationships/slide" Target="/ppt/slides/slide3.xml" Id="R45d01ff583a74a63" /><Relationship Type="http://schemas.openxmlformats.org/officeDocument/2006/relationships/slide" Target="/ppt/slides/slide4.xml" Id="Rbfcd7402e2c94a51" /><Relationship Type="http://schemas.openxmlformats.org/officeDocument/2006/relationships/slide" Target="/ppt/slides/slide5.xml" Id="Rbb260424ee0840a6" /><Relationship Type="http://schemas.openxmlformats.org/officeDocument/2006/relationships/slide" Target="/ppt/slides/slide6.xml" Id="R79922ba121db4c7d" /><Relationship Type="http://schemas.openxmlformats.org/officeDocument/2006/relationships/slide" Target="/ppt/slides/slide7.xml" Id="R1bb534e7c43147cc" /><Relationship Type="http://schemas.openxmlformats.org/officeDocument/2006/relationships/slide" Target="/ppt/slides/slide8.xml" Id="R02d11d99db2d443a" /><Relationship Type="http://schemas.openxmlformats.org/officeDocument/2006/relationships/slide" Target="/ppt/slides/slide9.xml" Id="R2f51233a424148a5" /><Relationship Type="http://schemas.openxmlformats.org/officeDocument/2006/relationships/slide" Target="/ppt/slides/slide10.xml" Id="Rf17c6dc513b24043" /><Relationship Type="http://schemas.openxmlformats.org/officeDocument/2006/relationships/slide" Target="/ppt/slides/slide11.xml" Id="Rfee43cae87ae4e6d" /><Relationship Type="http://schemas.openxmlformats.org/officeDocument/2006/relationships/slide" Target="/ppt/slides/slide12.xml" Id="Rd67225e335994be3" /><Relationship Type="http://schemas.openxmlformats.org/officeDocument/2006/relationships/slide" Target="/ppt/slides/slide13.xml" Id="Rf9485a2be2a845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e446afcc2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c68b386d114e17" /><Relationship Type="http://schemas.openxmlformats.org/officeDocument/2006/relationships/notesMaster" Target="/ppt/notesMasters/notesMaster1.xml" Id="Rb7b80d69a5be40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094bb16f824b85" /><Relationship Type="http://schemas.openxmlformats.org/officeDocument/2006/relationships/notesMaster" Target="/ppt/notesMasters/notesMaster1.xml" Id="R2430a25db63246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bb5639d78f4bd0" /><Relationship Type="http://schemas.openxmlformats.org/officeDocument/2006/relationships/notesMaster" Target="/ppt/notesMasters/notesMaster1.xml" Id="R7789c3c9a72c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8415d2bd54b9d" /><Relationship Type="http://schemas.openxmlformats.org/officeDocument/2006/relationships/notesMaster" Target="/ppt/notesMasters/notesMaster1.xml" Id="Rd2022082bd20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831fbcbda140bc" /><Relationship Type="http://schemas.openxmlformats.org/officeDocument/2006/relationships/notesMaster" Target="/ppt/notesMasters/notesMaster1.xml" Id="R902c75353df1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c115abf3094973" /><Relationship Type="http://schemas.openxmlformats.org/officeDocument/2006/relationships/notesMaster" Target="/ppt/notesMasters/notesMaster1.xml" Id="R5dbd9d3e9a8148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70513b88e54977" /><Relationship Type="http://schemas.openxmlformats.org/officeDocument/2006/relationships/notesMaster" Target="/ppt/notesMasters/notesMaster1.xml" Id="R27225363475143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4928470cae4236" /><Relationship Type="http://schemas.openxmlformats.org/officeDocument/2006/relationships/notesMaster" Target="/ppt/notesMasters/notesMaster1.xml" Id="R4209f157a5384b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9dd1df2014a5b" /><Relationship Type="http://schemas.openxmlformats.org/officeDocument/2006/relationships/notesMaster" Target="/ppt/notesMasters/notesMaster1.xml" Id="R84ce9b9c6bdc48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e6602c1e3c478f" /><Relationship Type="http://schemas.openxmlformats.org/officeDocument/2006/relationships/notesMaster" Target="/ppt/notesMasters/notesMaster1.xml" Id="R5738d4b05c1646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13a1a852f40d0" /><Relationship Type="http://schemas.openxmlformats.org/officeDocument/2006/relationships/notesMaster" Target="/ppt/notesMasters/notesMaster1.xml" Id="R690073bbd96047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54ca48292a40c5" /><Relationship Type="http://schemas.openxmlformats.org/officeDocument/2006/relationships/notesMaster" Target="/ppt/notesMasters/notesMaster1.xml" Id="Rf0449106c7014a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4078edf3914ed4" /><Relationship Type="http://schemas.openxmlformats.org/officeDocument/2006/relationships/notesMaster" Target="/ppt/notesMasters/notesMaster1.xml" Id="Ra05455e8e66249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6869c9360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67eb666294c92" /><Relationship Type="http://schemas.openxmlformats.org/officeDocument/2006/relationships/slideLayout" Target="/ppt/slideLayouts/slideLayout1.xml" Id="Ra7a1d345153e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a1d345153e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f58a542f64b46" /><Relationship Type="http://schemas.openxmlformats.org/officeDocument/2006/relationships/image" Target="/ppt/media/image.png" Id="R623f1828658542fd" /><Relationship Type="http://schemas.openxmlformats.org/officeDocument/2006/relationships/notesSlide" Target="/ppt/notesSlides/notesSlide1.xml" Id="Rcf3f8b0ef371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89c3daea44081" /><Relationship Type="http://schemas.openxmlformats.org/officeDocument/2006/relationships/notesSlide" Target="/ppt/notesSlides/notesSlide2.xml" Id="R6fd1b2b5c00c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e519ecb84208" /><Relationship Type="http://schemas.openxmlformats.org/officeDocument/2006/relationships/notesSlide" Target="/ppt/notesSlides/notesSlide3.xml" Id="Red3d97721b1543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e668bd6f46f6" /><Relationship Type="http://schemas.openxmlformats.org/officeDocument/2006/relationships/notesSlide" Target="/ppt/notesSlides/notesSlide4.xml" Id="R86cf1d04d54a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854ec93204714" /><Relationship Type="http://schemas.openxmlformats.org/officeDocument/2006/relationships/notesSlide" Target="/ppt/notesSlides/notesSlide5.xml" Id="R5a14670868b14e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a1ca1afd549a9" /><Relationship Type="http://schemas.openxmlformats.org/officeDocument/2006/relationships/notesSlide" Target="/ppt/notesSlides/notesSlide6.xml" Id="Rc8feda9eb1464e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919a805854265" /><Relationship Type="http://schemas.openxmlformats.org/officeDocument/2006/relationships/notesSlide" Target="/ppt/notesSlides/notesSlide7.xml" Id="Ra52166fb2c3549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e1787623e4da9" /><Relationship Type="http://schemas.openxmlformats.org/officeDocument/2006/relationships/notesSlide" Target="/ppt/notesSlides/notesSlide8.xml" Id="R448cefaa7d834e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4a60c39b54282" /><Relationship Type="http://schemas.openxmlformats.org/officeDocument/2006/relationships/notesSlide" Target="/ppt/notesSlides/notesSlide9.xml" Id="R263fbff35388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cdd35be6943a3" /><Relationship Type="http://schemas.openxmlformats.org/officeDocument/2006/relationships/notesSlide" Target="/ppt/notesSlides/notesSlide10.xml" Id="Reb8d9d2cf6b14d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2b4713f844b54" /><Relationship Type="http://schemas.openxmlformats.org/officeDocument/2006/relationships/notesSlide" Target="/ppt/notesSlides/notesSlide11.xml" Id="R5d0ea8f69610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ba7c0828d423e" /><Relationship Type="http://schemas.openxmlformats.org/officeDocument/2006/relationships/notesSlide" Target="/ppt/notesSlides/notesSlide12.xml" Id="R33437e0aac4940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0dd640a884220" /><Relationship Type="http://schemas.openxmlformats.org/officeDocument/2006/relationships/image" Target="/ppt/media/image2.png" Id="R782343ebec214b23" /><Relationship Type="http://schemas.openxmlformats.org/officeDocument/2006/relationships/notesSlide" Target="/ppt/notesSlides/notesSlide13.xml" Id="Rf297ca260ab34a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f1828658542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7E652-1F94-4797-AF7D-5681F513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A2DE6-CAF7-4ACB-8B1A-EFB1B09C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3093B-963F-4F37-A5B3-C8FFC9E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4D2AC-ABAE-4A8F-A51C-68042FE9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80B31-EB1A-49D0-ADD8-28BDC1E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D568A-D6E1-450D-9370-D67EAEDE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FA588-D587-4A3C-8A61-7BA28049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31175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24F54-DA65-42D8-834A-4C97C1B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8BA28-B05F-4B6F-807A-1C01AFFE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FAAF6-0F27-41DE-8B0F-710A2A0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1379C-9C64-443B-87C2-0D29FC5F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6968-68E5-4BF5-882A-77A7B97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A1C30-20C7-4263-B05B-9F65DC4F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4C92F-86F9-4713-87C0-C7E669A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296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3CB6D-B429-4292-9489-9C0E69B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DF53D-1C22-421E-9F79-B0151A6D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A0DB5-242E-4B1E-A837-C65DB490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E738C-1FCB-4308-B9AF-BDCDFF13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8014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B1EB2-C77C-44EC-A411-F6EC8606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5A9BC-A7C4-46DF-8695-6D205B20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ACDA3-A70A-4990-A3A7-4FA82B98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F845E-C929-4179-92E6-3CBBA8EB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ABA28-2D6A-4937-846C-B7434337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05A25-E751-479F-8038-AC8AEC6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D98FF-BDCF-45BC-9F2F-E4FB4CB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A82BF-210A-497F-9FA7-2031501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CA183-29FB-4C99-8E68-EE44E625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FECF7-7A3E-4288-9329-3CFD2747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45B87-F3B2-43EA-989E-402BC63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D51B4-D39B-478E-A54D-1B5DD0D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1798B-B477-4AE2-B2F2-F750D48C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31046-2E02-44D3-AC0E-0005BAC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E0A8F-FBCB-42E8-A1FD-112435B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43B22-13F8-47E6-88DA-B47D6A2A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E849B-6FC1-4376-B438-394AFAFF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35A9D-FC38-4DEE-A0B9-02D3598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4009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B0BCA-9A27-463B-923F-3974DC98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BB9E1-9093-4A71-969E-DF985016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69DF7-6355-4F53-951B-F2BCF72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C4E63-B001-4A6A-A649-3961F79D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DF128-4A4C-43D3-AA6E-3A999FBA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A8F8A-0444-4D33-BB27-41222A61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96D6C-31C5-4484-A05D-ABD1F77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583E6-CFC4-4144-9032-DD3EBB2E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B360C-A0B1-4CE7-9782-A2B0C534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5B169-54A0-4E8E-9A5E-46A2C21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02488-0847-413E-8241-672B68AA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16B2C-645E-4F20-B0DA-381FC6E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C9AFB-7A9E-4E44-8644-7732369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90F14-27F0-4952-B638-1629B286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F4655-5F52-4E03-8A8C-A8A1316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0ACBD-73E1-4970-97F8-8A379BB3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5635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A4112-7FDF-48C5-A38E-DCF886DC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5070D-3D3A-444C-8A04-A923206C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20F18-481F-4EA5-B2A6-8DA9477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D0BC3-F789-4A90-B2FA-36594972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E19A8-2925-4C66-BD6D-AC6626A3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5C384-AC22-4B5C-9C24-88CD959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6D264-22D6-4E02-BF77-AEBE7416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7BC6C-D171-49AC-B2F8-3C7A857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6FE6-C33C-4182-8B08-6408DF5D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DF0A7-10E6-4494-9666-232EC034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14F04-A574-41DF-A38F-2E59BD2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304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F75378-D032-4579-B429-43D8F0F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18543-88AB-4B85-8F90-34BA17D3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426E3-1162-4629-A701-1B60F63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F12DE-2C23-4297-8FED-49153062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F64C-6A2D-4CBA-B2AB-0ABAB31C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98DC9-3DF0-437B-B9AD-759F8DF3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DF741-3E94-431E-A57D-CCFDFDD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34383-E34F-4074-9762-582BADDC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798EA-0763-4FC1-8BA8-FE7532D0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82C60-FC7F-42B0-917F-68590E12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9CCFE-7B21-4458-92EB-0DB89A9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44A82-70AA-4E9D-B917-787CC353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72C20-C9F6-44C9-AF2B-4A3C50E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9C628-3FCC-47D7-9081-6752414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8A330-9E44-4FFE-ACEF-045B3A8F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B2313-C283-4995-AB62-EE59700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EF3E6-4917-469E-AF62-AC063E78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BC791-0689-43FF-947E-E1AD121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731D2-5993-4AF1-BAD8-DA5331D6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4100D-56BF-4C39-A019-92680668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60C8B-83FE-4BE5-8797-5EF7D48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47AA7-36F0-41CA-B296-05A758EB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E47B2-E3EB-4F26-9A51-81516C1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908E0-9B5B-4F00-BDFB-E0BA8B1A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10127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93BCB-D261-4EB2-A59B-37F5C354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2A88C-87E1-4ACB-9670-40582B6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AB48-4103-42CE-99D8-B75ECA6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256D-7494-41A0-8B65-1EBF13D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55230-5576-4580-BEC4-68DD697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AB640-0C06-4A33-8034-A8219AE4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884D2-1871-4F19-B382-3A1880B2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7DE2A-2E35-4050-91D3-EE20D39B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3FEFD-768A-4BCB-BE0B-D0615892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94B7C-F309-42D7-BC1E-4EC88BB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5D002-D30F-401C-9076-5A4DE27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2D05C5-4D6A-4393-ADF1-FC46F404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0CDEA-20A4-416E-8462-7F6CC04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CEE58-E3C5-4D2D-9A7F-8FC39D0B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D475C-E758-4391-8BDD-991C74E4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605CA-1FEE-43C3-869C-A3DFDE2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27C85-21B4-419A-99B6-B4E72752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AF5F5-387B-42DE-AEA8-F047A58F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FBA1F-4253-4122-BCAB-B9DE838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9C88F-67F6-4336-81D1-E84522A2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0029CF-3C68-4E28-AC4B-02AE0F83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3060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4606F-0DB2-41EE-A1FC-19790840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A743E-D142-4BC4-8407-8E48A50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3B961-036A-49E3-9AEF-356FD7DC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F9515-BB05-44D1-8BCB-864FC49B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21974-D0F4-4A65-9307-E4EF1960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386D6-3FDF-4C34-A0EB-16144B49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82522-F183-41F6-B279-FCBB7D44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C740D-9404-4772-9645-7763CF77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92CB0-4E11-4D2E-A064-208FBCB8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94708-5A40-4EBE-9B95-2B1EBB2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200C7-5B87-4640-AC2C-44CDA11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0DF65-2E16-4FCB-AE54-5D5FEF33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501F8-A918-458B-BB1A-EE5785D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5D83-0323-4C24-B9EC-2421D0C2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6D0B1-17A5-441F-AAC5-31D40B0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A9183-ABA9-41C5-8F40-F04F088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A2C9B-E8D0-4CA8-941D-4F6CD347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BAF06-D552-4452-A02D-55152936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D5318-B8A4-4278-A201-198A3D9C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9A180-BA6A-44DE-BF18-6C37168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01A47-65CA-44E8-9EA7-668ABC4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50075-53AA-4AA8-B776-35210CB7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D0E76-E172-4952-A481-DF150396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1A154-5426-464A-A2EF-7376F2D7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D3C7A-FA9C-42C0-A4E0-B0695DBD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3E6F2-C512-4F98-869E-7098AFEB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70553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1E705-E59A-4487-9D6B-05F127EF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74D2D-1372-4C92-9FBE-45D12F1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8E8FA-D0B8-4EBA-A7E8-1EE8673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7C431-CCA8-4CCF-9C3A-3628C8D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F432D-031E-4E08-8DF8-5685A16C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4735C-56EC-493F-A124-EB5EF43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2D9AE-269E-40AF-9915-41981B2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3D17-0112-4E81-863A-2FA98E36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9EB0B-AA0F-4961-BF7B-3F9E1B7A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3780B-7430-4977-ABA8-88D6DD1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52F9A-BE1A-4551-921F-570F6423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1D1B9-4EF2-486D-B1BA-51268E41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Pricing is a validation item, not a fixed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B78E2-D92B-4E28-99F2-2565424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24951-3EBE-4C36-8C6A-4B0B4890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9590A-D847-4C87-AAA7-7265859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D5572-7EF9-455B-B1C4-4FBA5E5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8584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A1E81-3754-461F-8A13-A556C771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97F0B-9168-42C6-A215-52D4D4E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1B2C9-D17D-40C0-946F-7D4FF2D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97754-2DB3-4A62-915F-09944677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F8F6D-6A2A-4046-9CD7-90500D24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34A19-E381-4B01-B833-A262EAFB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61C53-201E-478A-81B0-4507C1FF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98474-6E17-4C4A-9859-C8F7C9A9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5C64D-8610-4EEC-8A1E-FC6359B9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EFF1B-D958-443E-B12B-EC8909B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9A028-B828-46F6-84DD-E016850D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126A6-EDD3-42A8-8A04-E6624F99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0BBE-01C2-4432-9738-CE9626F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52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7EC22-0C6F-4F38-8E00-8F25DD27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A4C31-507F-484E-983A-15A9802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5AFF2-67A1-4CC4-9756-BF093482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725D0-8A8C-4AE1-A584-27FE71A6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67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AD6A7-AD7C-40BD-B065-76EDB1F7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25BCC-126F-4916-A243-8736A42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E8409A-27F2-4688-8442-302AEBCA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05EB4-9EAB-45E4-B2FD-5E8B1B1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01621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6DD2F-D926-46C7-80D2-AF14D44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F6D03-9690-4B07-B344-2E1CCE4D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389E9-DC19-40FB-8DE4-62A10EA8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C41F5-B195-4C98-B039-4FDFCE7D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F6DD1-7229-4D5B-A1FB-93153CED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BA60E-7245-4BC6-B79D-8EF69AA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D8383-AF09-4FD0-BA22-D70A3A3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5B381-5F19-45A7-9F0B-5A1D1EFD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28AC5-1A17-4E52-814F-8A200DBE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6D79B-AC95-4EC6-A7FE-A98C9F9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F5009-6785-4E17-ABAE-4CFFD670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4E206-7A49-4707-A01F-6219296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3E8AF-B975-45C7-8617-A825DB4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17A65-9C55-49B8-A29A-77360E0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EDD03-BC8A-48F8-83B3-3401F69C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21EA0-5309-4151-BBD1-D57AB705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ECAE5-81A1-459A-B763-F522FC8C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C9635-DE1D-4A4A-8606-76B1434B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60000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7D10A-AA7D-493B-BD2C-FA15A63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F5B67-9F4C-46DB-8696-33C970DC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69FC9-D185-4BB4-8EAE-79D0128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D1CA7-2E20-4C81-A18B-9685BADC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68284-FC89-4A78-BCFB-9BA2CC5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8A89B-46DA-4F78-8D0E-93330E16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91A30-B3A7-47E3-9718-69057F0D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04DA6-CAF0-4BE9-9611-586AB80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A8BAE-81CB-4010-8824-13A881E1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EA5CD-2763-4C9C-8E3B-E6A1B68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24263-2C65-465E-B293-46649828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D4A1F-672E-448E-9933-4F599F7A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DB021-8991-4D30-AED2-6B42357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62622-E02C-4C77-A720-E1A3FF58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10658-9FDF-4A34-ACC4-0FE31AF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E3D01-D69D-4C9E-BB3A-E93B347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45F62-3BA1-4119-9B6B-2CB0859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682F6-A7DE-46EF-BA81-CEF145F9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27715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343ebec214b23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A7A76-C811-488E-A308-C446EC60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43C89-9A2B-4DCD-AF0A-30206A7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37FC3-805F-4513-B35D-8B26DE8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B9F43-E658-42FB-9B17-3C9C562B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2B197-70E6-4699-B181-72142349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2EA3D-6E6C-4F9C-8C85-51C6F82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1AA64-2EB9-44D2-8200-C9C2D3DC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4654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2026-09-05T06:34:00.7890000Z</dcterms:created>
  <dcterms:modified xsi:type="dcterms:W3CDTF">2026-09-05T06:34:00.7890000Z</dcterms:modified>
</coreProperties>
</file>