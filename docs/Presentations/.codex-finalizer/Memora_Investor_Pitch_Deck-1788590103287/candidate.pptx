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981a8361a4644" /><Relationship Type="http://schemas.openxmlformats.org/officeDocument/2006/relationships/extended-properties" Target="/docProps/app.xml" Id="R0eaddeb22adf49b4" /><Relationship Type="http://schemas.openxmlformats.org/officeDocument/2006/relationships/officeDocument" Target="/ppt/presentation.xml" Id="R2a9b8403e47643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7858d276fa462b"/>
  </p:sldMasterIdLst>
  <p:notesMasterIdLst>
    <p:notesMasterId xmlns:r="http://schemas.openxmlformats.org/officeDocument/2006/relationships" r:id="R4037e6c82afa47e5"/>
  </p:notesMasterIdLst>
  <p:sldIdLst>
    <p:sldId xmlns:r="http://schemas.openxmlformats.org/officeDocument/2006/relationships" id="256" r:id="Raf31969ba91e40ef"/>
    <p:sldId xmlns:r="http://schemas.openxmlformats.org/officeDocument/2006/relationships" id="257" r:id="R1fe991b0a9eb496c"/>
    <p:sldId xmlns:r="http://schemas.openxmlformats.org/officeDocument/2006/relationships" id="258" r:id="R807466982e854161"/>
    <p:sldId xmlns:r="http://schemas.openxmlformats.org/officeDocument/2006/relationships" id="259" r:id="Rc00ea5a4a13d475f"/>
    <p:sldId xmlns:r="http://schemas.openxmlformats.org/officeDocument/2006/relationships" id="260" r:id="R95c1a1ac6cfc4068"/>
    <p:sldId xmlns:r="http://schemas.openxmlformats.org/officeDocument/2006/relationships" id="261" r:id="R1cb3e29706744a1a"/>
    <p:sldId xmlns:r="http://schemas.openxmlformats.org/officeDocument/2006/relationships" id="262" r:id="R37b3b144b1d4452c"/>
    <p:sldId xmlns:r="http://schemas.openxmlformats.org/officeDocument/2006/relationships" id="263" r:id="R774cdbd705564668"/>
    <p:sldId xmlns:r="http://schemas.openxmlformats.org/officeDocument/2006/relationships" id="264" r:id="Rbfc7764b469d4fbc"/>
    <p:sldId xmlns:r="http://schemas.openxmlformats.org/officeDocument/2006/relationships" id="265" r:id="Rc396efceb5954a6c"/>
    <p:sldId xmlns:r="http://schemas.openxmlformats.org/officeDocument/2006/relationships" id="266" r:id="Ra5d90417c3984926"/>
    <p:sldId xmlns:r="http://schemas.openxmlformats.org/officeDocument/2006/relationships" id="267" r:id="R66806ce30d364250"/>
    <p:sldId xmlns:r="http://schemas.openxmlformats.org/officeDocument/2006/relationships" id="268" r:id="R034ae59d566d4c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1f4e26c8644f80" /><Relationship Type="http://schemas.openxmlformats.org/officeDocument/2006/relationships/slideMaster" Target="/ppt/slideMasters/slideMaster1.xml" Id="R467858d276fa462b" /><Relationship Type="http://schemas.openxmlformats.org/officeDocument/2006/relationships/notesMaster" Target="/ppt/notesMasters/notesMaster1.xml" Id="R4037e6c82afa47e5" /><Relationship Type="http://schemas.openxmlformats.org/officeDocument/2006/relationships/presProps" Target="/ppt/presProps.xml" Id="R69942910973c4777" /><Relationship Type="http://schemas.openxmlformats.org/officeDocument/2006/relationships/tableStyles" Target="/ppt/tableStyles.xml" Id="R90178876fe60406c" /><Relationship Type="http://schemas.openxmlformats.org/officeDocument/2006/relationships/slide" Target="/ppt/slides/slide1.xml" Id="Raf31969ba91e40ef" /><Relationship Type="http://schemas.openxmlformats.org/officeDocument/2006/relationships/slide" Target="/ppt/slides/slide2.xml" Id="R1fe991b0a9eb496c" /><Relationship Type="http://schemas.openxmlformats.org/officeDocument/2006/relationships/slide" Target="/ppt/slides/slide3.xml" Id="R807466982e854161" /><Relationship Type="http://schemas.openxmlformats.org/officeDocument/2006/relationships/slide" Target="/ppt/slides/slide4.xml" Id="Rc00ea5a4a13d475f" /><Relationship Type="http://schemas.openxmlformats.org/officeDocument/2006/relationships/slide" Target="/ppt/slides/slide5.xml" Id="R95c1a1ac6cfc4068" /><Relationship Type="http://schemas.openxmlformats.org/officeDocument/2006/relationships/slide" Target="/ppt/slides/slide6.xml" Id="R1cb3e29706744a1a" /><Relationship Type="http://schemas.openxmlformats.org/officeDocument/2006/relationships/slide" Target="/ppt/slides/slide7.xml" Id="R37b3b144b1d4452c" /><Relationship Type="http://schemas.openxmlformats.org/officeDocument/2006/relationships/slide" Target="/ppt/slides/slide8.xml" Id="R774cdbd705564668" /><Relationship Type="http://schemas.openxmlformats.org/officeDocument/2006/relationships/slide" Target="/ppt/slides/slide9.xml" Id="Rbfc7764b469d4fbc" /><Relationship Type="http://schemas.openxmlformats.org/officeDocument/2006/relationships/slide" Target="/ppt/slides/slide10.xml" Id="Rc396efceb5954a6c" /><Relationship Type="http://schemas.openxmlformats.org/officeDocument/2006/relationships/slide" Target="/ppt/slides/slide11.xml" Id="Ra5d90417c3984926" /><Relationship Type="http://schemas.openxmlformats.org/officeDocument/2006/relationships/slide" Target="/ppt/slides/slide12.xml" Id="R66806ce30d364250" /><Relationship Type="http://schemas.openxmlformats.org/officeDocument/2006/relationships/slide" Target="/ppt/slides/slide13.xml" Id="R034ae59d566d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4efcaaac7143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72ef3b63d2423b" /><Relationship Type="http://schemas.openxmlformats.org/officeDocument/2006/relationships/notesMaster" Target="/ppt/notesMasters/notesMaster1.xml" Id="Rd55b0a9194444f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91097092ec4c35" /><Relationship Type="http://schemas.openxmlformats.org/officeDocument/2006/relationships/notesMaster" Target="/ppt/notesMasters/notesMaster1.xml" Id="Rbe78f8837ae44b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ed4e230e3749a6" /><Relationship Type="http://schemas.openxmlformats.org/officeDocument/2006/relationships/notesMaster" Target="/ppt/notesMasters/notesMaster1.xml" Id="R7900ff018d314a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ba797602f048e3" /><Relationship Type="http://schemas.openxmlformats.org/officeDocument/2006/relationships/notesMaster" Target="/ppt/notesMasters/notesMaster1.xml" Id="R747d149cd81544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669694bca340e0" /><Relationship Type="http://schemas.openxmlformats.org/officeDocument/2006/relationships/notesMaster" Target="/ppt/notesMasters/notesMaster1.xml" Id="Rb85d7de090d34e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b2c0f41783447e" /><Relationship Type="http://schemas.openxmlformats.org/officeDocument/2006/relationships/notesMaster" Target="/ppt/notesMasters/notesMaster1.xml" Id="Rea884c7fa0b84c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465465c92e4b64" /><Relationship Type="http://schemas.openxmlformats.org/officeDocument/2006/relationships/notesMaster" Target="/ppt/notesMasters/notesMaster1.xml" Id="R0d93d8df26e342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dc0eab49534a9d" /><Relationship Type="http://schemas.openxmlformats.org/officeDocument/2006/relationships/notesMaster" Target="/ppt/notesMasters/notesMaster1.xml" Id="Rd33488b45ded4b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26b41642294f62" /><Relationship Type="http://schemas.openxmlformats.org/officeDocument/2006/relationships/notesMaster" Target="/ppt/notesMasters/notesMaster1.xml" Id="Rf5d1ec734fe944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91e1c34ab643bf" /><Relationship Type="http://schemas.openxmlformats.org/officeDocument/2006/relationships/notesMaster" Target="/ppt/notesMasters/notesMaster1.xml" Id="R1390ac75140d4d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4e0bc154884de7" /><Relationship Type="http://schemas.openxmlformats.org/officeDocument/2006/relationships/notesMaster" Target="/ppt/notesMasters/notesMaster1.xml" Id="Recfc2da1b7954d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712202d9bd4801" /><Relationship Type="http://schemas.openxmlformats.org/officeDocument/2006/relationships/notesMaster" Target="/ppt/notesMasters/notesMaster1.xml" Id="Rddf32d8a7e9445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5305cb5b5a4088" /><Relationship Type="http://schemas.openxmlformats.org/officeDocument/2006/relationships/notesMaster" Target="/ppt/notesMasters/notesMaster1.xml" Id="R11dd99a1044941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Problem statement from MEMORYHIVE_REQUIREMENTS.md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 and non-target users from MEMORYHIVE_REQUIREMENTS.md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concept from MEMORYHIVE_REQUIREMENTS.md product summary and core use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and non-goals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Positioning is inferred from the PRD problem statement, principles, and non-goals. Competitive claims are category-level hypotheses to validate.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from MEMORA_README.md and MEMORYHIVE_REQUIREMENTS.md sections 7, 10,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Roadmap from MEMORA_README.md. Status should be validated against the current app before external fundraising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Monetization direction from MEMORYHIVE_REQUIREMENTS.md section 12. Specific prices were not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Go-to-market motions are recommendations derived from the target users in the PRD. No external traction data was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Funding allocation is a proposed use of funds. The source materials did not include round size or financial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Milestones are proposed planning targets for fundraising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Ask slide contains a placeholder because round size and terms were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8b8d386884f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e5f0b35c34e3f" /><Relationship Type="http://schemas.openxmlformats.org/officeDocument/2006/relationships/slideLayout" Target="/ppt/slideLayouts/slideLayout1.xml" Id="R027198fe1d5149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198fe1d5149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93581ca674b71" /><Relationship Type="http://schemas.openxmlformats.org/officeDocument/2006/relationships/image" Target="/ppt/media/image.png" Id="R328a4ee87cfa409f" /><Relationship Type="http://schemas.openxmlformats.org/officeDocument/2006/relationships/notesSlide" Target="/ppt/notesSlides/notesSlide1.xml" Id="R928b77f9910d4b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ea5b661814e7b" /><Relationship Type="http://schemas.openxmlformats.org/officeDocument/2006/relationships/notesSlide" Target="/ppt/notesSlides/notesSlide2.xml" Id="R921be2b4905046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126fcfbb4490c" /><Relationship Type="http://schemas.openxmlformats.org/officeDocument/2006/relationships/notesSlide" Target="/ppt/notesSlides/notesSlide3.xml" Id="Rf4ec7e8144b445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ef9a8a1b5444b" /><Relationship Type="http://schemas.openxmlformats.org/officeDocument/2006/relationships/notesSlide" Target="/ppt/notesSlides/notesSlide4.xml" Id="Reed91d9b975245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2ec37215545df" /><Relationship Type="http://schemas.openxmlformats.org/officeDocument/2006/relationships/notesSlide" Target="/ppt/notesSlides/notesSlide5.xml" Id="R8b4d06b82b11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4f63b7b7c4312" /><Relationship Type="http://schemas.openxmlformats.org/officeDocument/2006/relationships/notesSlide" Target="/ppt/notesSlides/notesSlide6.xml" Id="Rf2f344f366704d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a8ea7974747d3" /><Relationship Type="http://schemas.openxmlformats.org/officeDocument/2006/relationships/notesSlide" Target="/ppt/notesSlides/notesSlide7.xml" Id="Ra043fb3880ec4b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ac916f8854af8" /><Relationship Type="http://schemas.openxmlformats.org/officeDocument/2006/relationships/notesSlide" Target="/ppt/notesSlides/notesSlide8.xml" Id="R01c2dd31bd9e44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8439d17ca44b1" /><Relationship Type="http://schemas.openxmlformats.org/officeDocument/2006/relationships/notesSlide" Target="/ppt/notesSlides/notesSlide9.xml" Id="R9421175344ad4d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f82d85415496e" /><Relationship Type="http://schemas.openxmlformats.org/officeDocument/2006/relationships/notesSlide" Target="/ppt/notesSlides/notesSlide10.xml" Id="R950bf0deab1847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65593da5c48ed" /><Relationship Type="http://schemas.openxmlformats.org/officeDocument/2006/relationships/notesSlide" Target="/ppt/notesSlides/notesSlide11.xml" Id="Rb5125fc2ce4240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8d487e8b94d2e" /><Relationship Type="http://schemas.openxmlformats.org/officeDocument/2006/relationships/notesSlide" Target="/ppt/notesSlides/notesSlide12.xml" Id="R90a052d320fb41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ed3518b614e86" /><Relationship Type="http://schemas.openxmlformats.org/officeDocument/2006/relationships/image" Target="/ppt/media/image2.png" Id="R57790b95aee04b58" /><Relationship Type="http://schemas.openxmlformats.org/officeDocument/2006/relationships/notesSlide" Target="/ppt/notesSlides/notesSlide13.xml" Id="Rc7d00c28593246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a4ee87cfa40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5119F-635D-406D-BFC2-B4F7685E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2FC52-8271-40ED-970F-B7A32E78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Investor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34AF1-253D-485F-9221-1D094720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7D9C1-4613-422D-9086-0CF8FE8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 mobile-first app for capturing and recalling the useful information people save across their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888C4-E3BC-40D4-98F8-E847D885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837EC-81E2-4FC5-B55E-963FED69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A3B1B-77B6-497A-8C09-C12AB022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81624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153D5-39F0-4837-BA5E-1474D6C2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Digital Recall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4A631-E522-4C34-87D0-680BE128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internet gives people more useful information than their current tools can recover later.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8FE27-07FA-464A-AC0C-83824CC4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Users already save the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5089F-1243-4E3F-AF96-21615DFD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4572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of posts, charts, receipts, ideas, and references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Article links, social posts, videos, and research sources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Short notes copied from conversations and browsing sessions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EAAAD-869A-4FC2-8896-38AAC8AD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saved material does not become useful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AE5DC-A446-4E8C-8AF6-92FC0755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remain invisible to normal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 lack context and decay into long lists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require effort exactly when the user wants 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1AB73-936C-4ED6-B5C8-525F052E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296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01B26-82E5-49C3-825E-7D1442B1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434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Memora's wedge is the gap between capture and recall.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6E814-819F-4F82-8028-C5AA6A6E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A9467-DBFB-4C3B-B537-17E13A0C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BA5D9-178A-45B3-929B-583A2C4B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1465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CFC47-53FB-4C08-948F-2E1530BE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Target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24E26-9487-4F8C-A841-C866CB55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Start with heavy mobile savers who feel the pain weekly.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0521A-69C0-4A5A-BF71-8D262D7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E8E1C-E0CF-41FB-AFE4-893D656E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Knowledge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4CC51-1FEF-4131-B9C0-2A600B75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Save screenshots and links during work, then need them in meetings or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951AE-3C32-451E-8323-50BC441C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D5E4B-E84E-490B-88E6-F8332B23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Founders and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8970B-4FE5-48E8-A107-5DF207E1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Collect product references, competitor examples, and customer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3B922-F2A4-4884-8EBB-C9FC9E31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468B0-6359-4C38-803F-8D9B7BF9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Researchers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800D7-20C2-45EB-AAA3-1386FD0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articles, papers, charts, and sources across mobile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1CCE5-C4C3-47C2-990C-B812850E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F9311-0437-459F-AA5D-7104B92A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Curious professionals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66BA-14C2-411B-A8A0-A014F075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Build a personal library of ideas without wanting a complex note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920AA-4EB1-4481-8992-B5C6A33E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Non-target users clarify focus: Memora should avoid project management, social collaboration, reminders, and folder-heavy workflows in v1.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987BA-19A5-47F5-9D55-3A9B00A4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B12A9-AC4D-4E8C-B5F6-84CEB6A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F8FF9-EDC2-4909-85D6-A6350A45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7208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63C11-081F-452F-91E8-6E4C5A1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3B8A6-9502-4B81-B35E-BCE39BC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One-tap capture creates the habit. Searchable recall creates retention.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52A10-FDD2-4A89-9F7C-BCFDB462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A0625-DEAF-4FD7-8B98-5DDF08D2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 once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7932B-9DD0-4415-A1D5-B399DD07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Share sheet, camera, gallery, URL, and text 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FA583-9F42-4DE8-AF99-B27FE3F0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BAD4E-AE02-479F-8783-141FF6D9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Enrich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F5874-B5FE-486B-80AF-6824D43F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content, summary, tags, and source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3D8E1-0483-4056-8C52-4F25185D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76656-1296-44BE-98F3-92FFB3A9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Recall 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637CB-872F-4CC8-893D-C9E71F59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Search across text, screenshots, source, and time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2A104-4906-457E-A8E9-F46D8B45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38955-3342-47D1-9391-8E84B12F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76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Save the useful thing now. Find it later without remembering where it came from.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E0022-B701-4D84-A3D6-2AA5793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4F35A-5D19-41A3-8AFB-F629DDA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8F8B8-F9E6-4F59-B939-73BF0DE2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7523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6E989-8BD4-4C8D-AC2E-40153F7D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43E7F-B441-47D5-91F8-D271A018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focused v1 improves credibility by keeping non-core features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2FBF7-EBAB-425C-8F29-576D2703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rPr>
              <a:t>Included in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8F71F-F560-4948-88BC-0DEA0BE3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 screenshots, links, and text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storage and local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OCR and text extraction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Simple list and item detail view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Delete and export paths for user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C47C9-69EE-426C-B92F-8B9F05D9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3B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3B30"/>
                </a:solidFill>
                <a:latin typeface="Helvetica Neue"/>
                <a:ea typeface="Helvetica Neue"/>
                <a:cs typeface="Helvetica Neue"/>
              </a:rPr>
              <a:t>Excluded from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57C69-0C7B-4FB9-8C18-0376590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Task management and reminder systems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Public collections or social feeds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Collaboration-heavy workflows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Full markdown editor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Chat with notes in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CCDD2-0979-4D2E-9D43-F0772D8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929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B2F41-B726-4A93-987C-D7EE6623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guiding rule: if a feature does not improve capture, understanding, or recall, it waits.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1DDC8-E931-48BA-9221-D154FE1F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14F7E-07AF-4A18-857B-6CD78F8C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0849B-0DC9-407C-8BA0-0ADA0DB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7334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58338-BFB9-4AA5-8C2E-E0D6ECFE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B2DCF-DA04-4415-861D-F7274E60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Memora has a narrow position between bookmarks, notes, and read-later tools.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F6ABC-D97C-49F2-A92F-73DDBA4C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92456-01AE-4846-9986-36AAC11B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Common limitation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D7A6A-24A9-4A8E-946E-7075970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Memora advantage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2B813-5D36-45A5-9DF1-739D31CC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84727-60D0-4D45-95EF-3B4D48A0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F4AAF-B4ED-4EC2-A838-72B88515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9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Store URLs but lose intent, screenshot text, and later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91770-DDEE-4D9D-81D7-533AAE8F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97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stores the object, context, and searchable extracted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23BCD-C42A-4CA9-AD1D-E0D53677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798D6-8DF9-4CC7-BB5F-D1E319AE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FFAB4-D96D-49E5-A3F9-AA0D3EE1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05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Require manual writing, folders, and maintenance.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05770-FC70-4B9D-BEE1-C46939C5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captures first and organizes in the background.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B09E9-72BE-4AAE-8934-AB37255B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DDBB6-980B-4577-9A4A-4407BE66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Read-later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FEABB-DB62-48B0-BC0E-D085A6E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004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Work best for articles, not mixed mobile captures.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11BCA-5528-40A7-A3E4-C66535A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004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supports screenshots, links, text notes, and photos.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7760E-9B51-4BD0-971B-5B4DAC74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B5D37-4CBC-4DE3-91E4-9FC723E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Cloud knowledge bases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FA9CFC-E82E-4E95-AC87-933D4CE0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958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Assume team workflows and cloud-first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3FA64-750F-4181-8168-35B5A9B3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958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starts as a private, local-first personal memory app.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F9E64-A7A3-41E6-BCBB-C5473FC2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114A6-58E7-456B-B536-5D97DDA2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08DC2-D415-4DC1-A2D1-80194531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8232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C06735-0D29-4DC4-B0DA-DC365044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TECHNICAL DEFENSIBILITY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B456C-06B0-4AE9-8EDA-3D24BCA8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Architecture and Data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9AEA0-B8A3-4EBC-8A47-55D61CD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A useful personal memory product depends on fast capture, reliable offline behavior, and user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E0CFF-6DD2-405C-A86E-0311CF85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3223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2E0BE-2E5D-448E-A577-28C9FE40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CD378-99B6-4BA7-ACB2-C1A9DF3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iOS, Android, lightweight web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B902F-4389-4F45-A99A-E457470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11FD4-4B8B-47F9-8DEC-F673FCEF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5E84F-0348-496B-9F05-60E9C86F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Raw content, encrypted tokens,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AA2D1-4A3D-4B74-BE00-F1165D0E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33260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73B52-7B51-4F6D-8BA8-7F7E0251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Sync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377B6-4512-44B1-84CA-8ABE2FA3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Push, pull, merge rules, retry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05772-0876-4299-90A3-21A0490B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E18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1FB44-C374-44B9-88CB-F5F2D7B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User-owned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1A7E6-D106-4EF3-A14B-29C42FF7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Metadata DB and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011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9DB0B-39B0-4B5C-903D-D45A958D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51625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480C4-B090-4A1F-AD44-4B43790F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Processing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4559D-8E11-4B6A-B364-B93D488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readable link extraction, classification, summary, auto tags</a:t>
            </a:r>
          </a:p>
        </p:txBody>
      </p:sp>
      <p:cxnSp>
        <p:nvCxnSpPr>
          <p:cNvPr id="48" name=""/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801100" y="3295650"/>
            <a:ext cx="1733550" cy="1562100"/>
          </a:xfrm>
          <a:prstGeom xmlns:a="http://schemas.openxmlformats.org/drawingml/2006/main" prst="bentConnector5">
            <a:avLst>
              <a:gd name="adj1" fmla="val 0"/>
              <a:gd name="adj2" fmla="val 14634"/>
              <a:gd name="adj3" fmla="val 86813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409950" y="3295650"/>
            <a:ext cx="1371600" cy="1562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7E906-C6C9-49D5-89EF-0A60E4F3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FA6BF9-A3FB-408C-A107-2C8601DF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B0ECA-D865-4822-99BF-1E0CE27A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8133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9013F-FC77-4334-AC21-EDF45522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F375F-110B-4E12-AA4F-5E230982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product can scale in layers while keeping v1 focused.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BE345-BD95-41FC-9707-16302602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DC2D0-91B0-4035-9A24-F84004E1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5E0D2-3563-411C-84F8-1EDB5E53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E2AAD-1A1E-43E9-976A-554A4087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6F404-3871-496F-BD52-203C0319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Auth, item capture, local storage, dashboard, search,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852C7-A8A5-4A29-AD1A-DADD77D1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87704-3950-45CB-AB15-2FD368AA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F63F7-C0E7-42F4-B419-E594E3D1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4D6FA-FA3D-44F7-819F-B6E49695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Sync and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F4F11-B441-4F62-8EAA-369E4BEE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Background sync, pull-to-refresh, conflict UI, retry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8DEDC-CE8B-4B9C-8B4A-C6B6AD09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0BBD5-9DB7-4AC2-84E2-5BAD7A8E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79E9D-9665-499F-8CA4-6A5D0DA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84851-33D4-4823-AF78-59506CE2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AI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63EC3-A6E7-42B8-AED1-D7EE9600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OCR, summaries, keyword extraction,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43BDE-1734-497B-BCD2-2B44DC9D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C1522-C821-4DDB-97D3-F9268A29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EF4B1-5086-4081-8765-7CE15811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944FB-AAED-429F-B65A-5077476C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Distribution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F15A1-FB76-4680-93D3-37E2DD4D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Share sheet, export, deep links, widget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83829-90BC-4979-86E7-3469AEA2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README marks Phase 1 capabilities as built. Investor diligence should confirm product completeness, code quality, and user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97D96E-068C-4F23-A7AD-BEFF6F08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D330E-BCBB-46EC-99F0-D688B96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4B6F30-50E5-45DC-B4DE-EB41E7F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8478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26923-F9A1-4018-B1FC-309D1D69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1576E-5F7C-42E3-965D-D9A789D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Monetization should follow trust: keep core capture useful, charge for higher value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956F2-C069-4B75-915A-BB51D57B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87AA0-7BB9-470D-9689-4B58C134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Free local tier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036FE-73C5-4500-8AEA-0D32D146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Private capture, local search, basic item limits,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EB0DE-68E4-464F-A8A8-78776A28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BE735-690F-4CD7-B7EF-0AABF943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Paid sync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F3A7A-41AC-4386-9AF2-1C8D07D7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Cross-device sync, larger storage, backups, priority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930DC-BAD0-4BA4-A4C7-03BFEB7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82157-13C0-45F7-AD6F-30A79DE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Advanced AI 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543BF-32BC-41B4-89CD-CAA8671C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Stronger summaries, OCR for larger libraries, related-item discovery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2AB34-F8EE-4B2A-90B9-E0876C48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Pricing is a validation item, not a fixed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32E16-B927-4A4B-B4A3-1C2BFA0C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Early tests should measure willingness to pay for sync, recovery confidence, and search quality before optimizing packaging.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DDBC7-03CA-4DB0-8245-7BC2FAFF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6A05A-0869-47BC-8993-A6CCE424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BC3B1-B958-44FA-8BE1-792BD115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1998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AD6A2-D8F2-4B3A-B3D9-0CDA6226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A0180-D0C9-442F-A95E-91F3F912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credible launch starts with workflows where saved information already has obvious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98232-B696-40D3-9E7D-B8ED7B50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76A7B-0A13-47A1-8E35-A1F123B0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Founder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546D7-26EE-4F5A-A018-E338AC3E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240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Competitor screenshots, customer quotes, product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89CD8-15FB-4032-B84E-590836BD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Build examples from real saved libraries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4114A-E5DA-4A32-BA12-54731938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B9CF0-C2B7-4F2F-BB55-00A9758A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Research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0004C-CBB3-449A-BD45-23EA1849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Articles, papers, charts, reports,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48D7B-4A41-43BD-878B-475657B7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384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Show OCR and source recall in public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A566C-D276-4B3F-B121-F6F20944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C0625-3FB9-46AD-9C7E-8A95F876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Professional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D7A75-3FDE-4E78-92F3-FAA5A3A0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52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Receipts, snippets, posts, useful links from mobile browsing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D8F28-0101-4D76-A98A-9592DC09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Launch with a weekly search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0FC1C-55A8-4CE3-A759-66086F0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F7A15-60D0-4CAB-90D8-07C9F95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Builder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A20BF-89F1-4792-B16F-0A0C2D9A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67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Indie hackers, students, analysts, product managers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F72BB-0C9F-4AAB-B121-C234530C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Seed beta through build-in-public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75E48-8BF7-4183-8919-47A151A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F5115-E59D-4CB5-A1D0-6C113083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6B54E-D843-4ABC-86C1-0EF9177E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75933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5DBB0-7534-464E-88A3-DE56560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7BE10-A187-4873-8B3D-34519376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Capital should convert the MVP into a measurable beta and app store launch.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5010F-C762-4D6C-BDB5-515CEC3F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432FE-2DCF-4D8E-B60C-C6723B48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Product polish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B88A7-97C3-458B-AF3C-49659F77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reliability, onboarding, search UX, accessibility, and app store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D08AB-62E0-41BC-972D-AC8F929B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AA8C5-ADEF-4E72-A957-FF57471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Sync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06788-83A8-4A23-880F-8C0C2075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Cross-device sync, export/delete flows, auth hardening, storage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5F7BC-122D-40E2-B622-AF27B353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450EB-E7BD-4A08-A68F-2C262EE3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AI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B13E4-B941-461E-8C6E-855F7E3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 quality, summary pipeline, tag suggestions, link extraction, local model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ED022-E00D-4BB3-A43C-A97109A1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863AF-C849-49C9-BB19-EFA0CED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Beta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E1457-4D25-4029-86AA-29925B46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Founder and knowledge-worker beta cohorts, usage analytics, interview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1254E-0425-4C52-9AFB-CDFFA930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44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Round amount, valuation, and runway assumptions should be inserted before investor circulation.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474BA-FCDD-4754-B05F-A24DBB9D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18BB5-3CAD-4DCF-8056-D7F00CF8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54459-99DD-4B36-A5C4-0EA0FF4B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1351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A05C8-E053-4601-B071-560E962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CFBAC-1F45-45EF-9947-50D0D912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next phase should produce evidence investors can diligence.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CBAC5-65A9-46D8-AA6E-86092993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D1C98-A93F-498B-9299-02276E18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90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1974B-8A09-4E00-8908-1B3BF15D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Private beta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1B032-187F-4FA7-9049-F9D7532A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Reliable capture, local search, OCR path, and feedback loop with first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E36B7-D55F-4197-A2FE-60F46FD3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4BFB6-E2AB-4DCE-A879-54638BC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180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8E3A-6C0C-45B2-9244-9636830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Public app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4132-F87A-4D7B-832C-492E21C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App store release, paid sync validation, support path, and retention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8912D-2E79-442C-9E3D-D18B0CDD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49EF0-F3BC-48D0-AE22-0D74EF34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Fundable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B7AB8-1BF5-424C-BB0A-165C50F0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Usage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CE206-C7EB-4BA9-9890-78387131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Activation, weekly repeat saves, search success, paid intent, and privacy trust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50C10-7D6D-46EC-A1AB-33645A4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pitch should be paired with a live product demo and a short metric sheet once beta usage begins.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A5BEF-582B-4E64-AD87-AF4D926A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FFD67-D82F-432C-A910-8997B92A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31326-B7EE-4DCB-B65D-165CCC9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58710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90b95aee04b58"/>
          <a:srcRect xmlns:a="http://schemas.openxmlformats.org/drawingml/2006/main" l="25299" t="0" r="252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0"/>
            <a:ext cx="6019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FF792-5D9B-4198-8AAC-A380924A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D01EE-44A5-4B99-86E2-18A2ECE7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Funding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8C63D-8F49-4960-866C-56CC65A7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Help move Memora from focused MVP to measurable beta.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F8E5-5018-4881-BC5D-970EBB9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5429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Finish the app store-ready mobile experience.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Validate sync and AI as paid value layers.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evidence around activation, recall success, and retention.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Insert round amount and terms before external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C3405-B826-4123-A1D0-FD7DCB39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A1A0E-DAA6-4B01-A9DB-0F4AF8C0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DB641-5D1E-42E1-B0E1-2E9E9F1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80911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2026-09-05T06:35:03.2990000Z</dcterms:created>
  <dcterms:modified xsi:type="dcterms:W3CDTF">2026-09-05T06:35:03.2990000Z</dcterms:modified>
</coreProperties>
</file>