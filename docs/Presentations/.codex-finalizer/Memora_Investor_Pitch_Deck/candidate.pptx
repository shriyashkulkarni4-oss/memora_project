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34654549a64394" /><Relationship Type="http://schemas.openxmlformats.org/officeDocument/2006/relationships/extended-properties" Target="/docProps/app.xml" Id="R852e72a9c8c746ec" /><Relationship Type="http://schemas.openxmlformats.org/officeDocument/2006/relationships/officeDocument" Target="/ppt/presentation.xml" Id="R8fd9983379c641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29c21a9dd74954"/>
  </p:sldMasterIdLst>
  <p:notesMasterIdLst>
    <p:notesMasterId xmlns:r="http://schemas.openxmlformats.org/officeDocument/2006/relationships" r:id="R5d723e0b906b4f1c"/>
  </p:notesMasterIdLst>
  <p:sldIdLst>
    <p:sldId xmlns:r="http://schemas.openxmlformats.org/officeDocument/2006/relationships" id="256" r:id="R9924ede00a7e473e"/>
    <p:sldId xmlns:r="http://schemas.openxmlformats.org/officeDocument/2006/relationships" id="257" r:id="R6bdeb42c41594597"/>
    <p:sldId xmlns:r="http://schemas.openxmlformats.org/officeDocument/2006/relationships" id="258" r:id="R0a8313bbe4da4149"/>
    <p:sldId xmlns:r="http://schemas.openxmlformats.org/officeDocument/2006/relationships" id="259" r:id="R4054587b45f24671"/>
    <p:sldId xmlns:r="http://schemas.openxmlformats.org/officeDocument/2006/relationships" id="260" r:id="R18a6b8f303f64dcc"/>
    <p:sldId xmlns:r="http://schemas.openxmlformats.org/officeDocument/2006/relationships" id="261" r:id="R1b7e19849d874c55"/>
    <p:sldId xmlns:r="http://schemas.openxmlformats.org/officeDocument/2006/relationships" id="262" r:id="R586a421ce0fa487d"/>
    <p:sldId xmlns:r="http://schemas.openxmlformats.org/officeDocument/2006/relationships" id="263" r:id="Rd3b63ea297154617"/>
    <p:sldId xmlns:r="http://schemas.openxmlformats.org/officeDocument/2006/relationships" id="264" r:id="Rd04666abb8954271"/>
    <p:sldId xmlns:r="http://schemas.openxmlformats.org/officeDocument/2006/relationships" id="265" r:id="Reaf8f584223d4e6c"/>
    <p:sldId xmlns:r="http://schemas.openxmlformats.org/officeDocument/2006/relationships" id="266" r:id="Rec4d0399ecc94c21"/>
    <p:sldId xmlns:r="http://schemas.openxmlformats.org/officeDocument/2006/relationships" id="267" r:id="R7b73cae0265a4014"/>
    <p:sldId xmlns:r="http://schemas.openxmlformats.org/officeDocument/2006/relationships" id="268" r:id="R1079e439751141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57f4aca5f74362" /><Relationship Type="http://schemas.openxmlformats.org/officeDocument/2006/relationships/slideMaster" Target="/ppt/slideMasters/slideMaster1.xml" Id="Rbb29c21a9dd74954" /><Relationship Type="http://schemas.openxmlformats.org/officeDocument/2006/relationships/notesMaster" Target="/ppt/notesMasters/notesMaster1.xml" Id="R5d723e0b906b4f1c" /><Relationship Type="http://schemas.openxmlformats.org/officeDocument/2006/relationships/presProps" Target="/ppt/presProps.xml" Id="R7a9c778df4f74e49" /><Relationship Type="http://schemas.openxmlformats.org/officeDocument/2006/relationships/tableStyles" Target="/ppt/tableStyles.xml" Id="R9ae7dd5c0ec042d2" /><Relationship Type="http://schemas.openxmlformats.org/officeDocument/2006/relationships/slide" Target="/ppt/slides/slide1.xml" Id="R9924ede00a7e473e" /><Relationship Type="http://schemas.openxmlformats.org/officeDocument/2006/relationships/slide" Target="/ppt/slides/slide2.xml" Id="R6bdeb42c41594597" /><Relationship Type="http://schemas.openxmlformats.org/officeDocument/2006/relationships/slide" Target="/ppt/slides/slide3.xml" Id="R0a8313bbe4da4149" /><Relationship Type="http://schemas.openxmlformats.org/officeDocument/2006/relationships/slide" Target="/ppt/slides/slide4.xml" Id="R4054587b45f24671" /><Relationship Type="http://schemas.openxmlformats.org/officeDocument/2006/relationships/slide" Target="/ppt/slides/slide5.xml" Id="R18a6b8f303f64dcc" /><Relationship Type="http://schemas.openxmlformats.org/officeDocument/2006/relationships/slide" Target="/ppt/slides/slide6.xml" Id="R1b7e19849d874c55" /><Relationship Type="http://schemas.openxmlformats.org/officeDocument/2006/relationships/slide" Target="/ppt/slides/slide7.xml" Id="R586a421ce0fa487d" /><Relationship Type="http://schemas.openxmlformats.org/officeDocument/2006/relationships/slide" Target="/ppt/slides/slide8.xml" Id="Rd3b63ea297154617" /><Relationship Type="http://schemas.openxmlformats.org/officeDocument/2006/relationships/slide" Target="/ppt/slides/slide9.xml" Id="Rd04666abb8954271" /><Relationship Type="http://schemas.openxmlformats.org/officeDocument/2006/relationships/slide" Target="/ppt/slides/slide10.xml" Id="Reaf8f584223d4e6c" /><Relationship Type="http://schemas.openxmlformats.org/officeDocument/2006/relationships/slide" Target="/ppt/slides/slide11.xml" Id="Rec4d0399ecc94c21" /><Relationship Type="http://schemas.openxmlformats.org/officeDocument/2006/relationships/slide" Target="/ppt/slides/slide12.xml" Id="R7b73cae0265a4014" /><Relationship Type="http://schemas.openxmlformats.org/officeDocument/2006/relationships/slide" Target="/ppt/slides/slide13.xml" Id="R1079e439751141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fab89ca06d40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c04b33457493c" /><Relationship Type="http://schemas.openxmlformats.org/officeDocument/2006/relationships/notesMaster" Target="/ppt/notesMasters/notesMaster1.xml" Id="R85c9386af1d6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35cdde7cbc43d6" /><Relationship Type="http://schemas.openxmlformats.org/officeDocument/2006/relationships/notesMaster" Target="/ppt/notesMasters/notesMaster1.xml" Id="R3125dd7b3a8546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9d05a7b05b41a7" /><Relationship Type="http://schemas.openxmlformats.org/officeDocument/2006/relationships/notesMaster" Target="/ppt/notesMasters/notesMaster1.xml" Id="Rc2e8318d1f4f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a54cf32c9b4a63" /><Relationship Type="http://schemas.openxmlformats.org/officeDocument/2006/relationships/notesMaster" Target="/ppt/notesMasters/notesMaster1.xml" Id="R3cfaccdaa80c46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d6ce0531354dee" /><Relationship Type="http://schemas.openxmlformats.org/officeDocument/2006/relationships/notesMaster" Target="/ppt/notesMasters/notesMaster1.xml" Id="R57622a4c80bd4e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fec3384bc46d5" /><Relationship Type="http://schemas.openxmlformats.org/officeDocument/2006/relationships/notesMaster" Target="/ppt/notesMasters/notesMaster1.xml" Id="R0ff2f5cafb4a4e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e632842a354610" /><Relationship Type="http://schemas.openxmlformats.org/officeDocument/2006/relationships/notesMaster" Target="/ppt/notesMasters/notesMaster1.xml" Id="Re35fd3dd42fd4b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ea00f722a74e36" /><Relationship Type="http://schemas.openxmlformats.org/officeDocument/2006/relationships/notesMaster" Target="/ppt/notesMasters/notesMaster1.xml" Id="R2df15f1d415343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6f4bbb64794f6a" /><Relationship Type="http://schemas.openxmlformats.org/officeDocument/2006/relationships/notesMaster" Target="/ppt/notesMasters/notesMaster1.xml" Id="Ree3a0404b43f42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f315ca2b284c7b" /><Relationship Type="http://schemas.openxmlformats.org/officeDocument/2006/relationships/notesMaster" Target="/ppt/notesMasters/notesMaster1.xml" Id="R3f1f6872a05f45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ae25ea08fe4d7c" /><Relationship Type="http://schemas.openxmlformats.org/officeDocument/2006/relationships/notesMaster" Target="/ppt/notesMasters/notesMaster1.xml" Id="R4860860450f94a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979a1f47f34941" /><Relationship Type="http://schemas.openxmlformats.org/officeDocument/2006/relationships/notesMaster" Target="/ppt/notesMasters/notesMaster1.xml" Id="R783d03981aeb48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5a6ef099b649b7" /><Relationship Type="http://schemas.openxmlformats.org/officeDocument/2006/relationships/notesMaster" Target="/ppt/notesMasters/notesMaster1.xml" Id="R6685ab6006074a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Problem statement from MEMORYHIVE_REQUIREMENTS.md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 and non-target users from MEMORYHIVE_REQUIREMENTS.md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concept from MEMORYHIVE_REQUIREMENTS.md product summary and core use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and non-goals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Positioning is inferred from the PRD problem statement, principles, and non-goals. Competitive claims are category-level hypotheses to validate.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from MEMORA_README.md and MEMORYHIVE_REQUIREMENTS.md sections 7, 10,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Roadmap from MEMORA_README.md. Status should be validated against the current app before external fundraising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Monetization direction from MEMORYHIVE_REQUIREMENTS.md section 12. Specific prices were not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Go-to-market motions are recommendations derived from the target users in the PRD. No external traction data was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Funding allocation is a proposed use of funds. The source materials did not include round size or financial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Milestones are proposed planning targets for fundraising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Ask slide contains a placeholder because round size and terms were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a0eb1a2bb4d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236165897945ee" /><Relationship Type="http://schemas.openxmlformats.org/officeDocument/2006/relationships/slideLayout" Target="/ppt/slideLayouts/slideLayout1.xml" Id="Ra16f6d5b973f4f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6f6d5b973f4f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935a6659f4fc6" /><Relationship Type="http://schemas.openxmlformats.org/officeDocument/2006/relationships/image" Target="/ppt/media/image.png" Id="Rfe32835542844f3f" /><Relationship Type="http://schemas.openxmlformats.org/officeDocument/2006/relationships/notesSlide" Target="/ppt/notesSlides/notesSlide1.xml" Id="Rc96b3fdc186e4e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ae77137e4490d" /><Relationship Type="http://schemas.openxmlformats.org/officeDocument/2006/relationships/notesSlide" Target="/ppt/notesSlides/notesSlide2.xml" Id="R13c243ba2dc94e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99fc3929f4c86" /><Relationship Type="http://schemas.openxmlformats.org/officeDocument/2006/relationships/notesSlide" Target="/ppt/notesSlides/notesSlide3.xml" Id="Rbac6f7f03959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2e06a699f4723" /><Relationship Type="http://schemas.openxmlformats.org/officeDocument/2006/relationships/notesSlide" Target="/ppt/notesSlides/notesSlide4.xml" Id="R0932d7bc9f7d40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48c82c65a480b" /><Relationship Type="http://schemas.openxmlformats.org/officeDocument/2006/relationships/notesSlide" Target="/ppt/notesSlides/notesSlide5.xml" Id="R4ef25d5337cd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cc701c5fe4697" /><Relationship Type="http://schemas.openxmlformats.org/officeDocument/2006/relationships/notesSlide" Target="/ppt/notesSlides/notesSlide6.xml" Id="Re5eede2db58744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f9d54ac434059" /><Relationship Type="http://schemas.openxmlformats.org/officeDocument/2006/relationships/notesSlide" Target="/ppt/notesSlides/notesSlide7.xml" Id="R25d0155844cc4a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b501104784053" /><Relationship Type="http://schemas.openxmlformats.org/officeDocument/2006/relationships/notesSlide" Target="/ppt/notesSlides/notesSlide8.xml" Id="R34ef83216b0544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77c22ba794687" /><Relationship Type="http://schemas.openxmlformats.org/officeDocument/2006/relationships/notesSlide" Target="/ppt/notesSlides/notesSlide9.xml" Id="R02faf92ab15d47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5a50ba468440c" /><Relationship Type="http://schemas.openxmlformats.org/officeDocument/2006/relationships/notesSlide" Target="/ppt/notesSlides/notesSlide10.xml" Id="R0bdef86b28004d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b3cfc9593435b" /><Relationship Type="http://schemas.openxmlformats.org/officeDocument/2006/relationships/notesSlide" Target="/ppt/notesSlides/notesSlide11.xml" Id="Rdaa59e176fd44f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c77b737484f41" /><Relationship Type="http://schemas.openxmlformats.org/officeDocument/2006/relationships/notesSlide" Target="/ppt/notesSlides/notesSlide12.xml" Id="R5ab9dffd23a445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9ef8379554af2" /><Relationship Type="http://schemas.openxmlformats.org/officeDocument/2006/relationships/image" Target="/ppt/media/image2.png" Id="Rcd3e1b0be4bf49ad" /><Relationship Type="http://schemas.openxmlformats.org/officeDocument/2006/relationships/notesSlide" Target="/ppt/notesSlides/notesSlide13.xml" Id="R05c92aee5c814f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2835542844f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E1908-A2F7-4A8B-A1F5-95C55B2B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A79AA-9854-4A8F-8C3E-2B1FE11B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Investor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FD26D-F096-4334-ABB4-B3E5263C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26960-660E-4A5B-8907-F7BEC1EE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 mobile-first app for capturing and recalling the useful information people save across their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6993D-B48D-449B-A74A-D4BD64F0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7EBFD-F3DB-45DC-997A-4B845C0D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B9F48-0231-41EF-8475-A946626E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6412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DC4ED-E93B-41B3-A7CC-865F1889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Digital Recall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80E69-E03D-4711-9EB7-ECDA371E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internet gives people more useful information than their current tools can recover later.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8C150-8103-4DDB-A591-4F1DACFC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Users already save the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63BD8-EAB7-46FE-9DEF-812FE645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4572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of posts, charts, receipts, ideas, and references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Article links, social posts, videos, and research sources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Short notes copied from conversations and browsing sessions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8124C-00E8-452A-9A2A-DCC1D543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saved material does not become useful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88913-4FBA-468B-8264-A5F210AA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remain invisible to normal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 lack context and decay into long lists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require effort exactly when the user wants 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E69FB-5328-4252-8B22-B54D066C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296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3170E-46E0-4651-AF14-E3135D31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434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Memora's wedge is the gap between capture and recall.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2AD1-88B2-4BD3-BF0C-518D9E05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12445-3DB6-468E-87F7-15DFFE5E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A83B4-4E97-43CF-ACED-4F5E90E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6116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CEBEB-BCCD-41A6-A1FD-D23985B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Target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899D2-224A-4AEF-B4D8-6588DD4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Start with heavy mobile savers who feel the pain weekly.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C5121-A15C-4A21-8472-7B758D1B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7AEC4-D70B-4569-A673-433C66B8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Knowledge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0BAA3-5337-4DD8-9B73-D6CC2D3E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Save screenshots and links during work, then need them in meetings or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92CD2-5274-48F9-82E3-25D5548F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7B1A8-A172-4485-94AC-B917339D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Founders and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04C8-7C8C-4F2E-8993-36D5C02E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Collect product references, competitor examples, and customer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7DBD9-61FF-44AC-9C6B-FD8365F7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BEC2B-F7E0-440C-BBFF-AB1CDCF4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Researchers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012F2-3881-4434-8CE7-03FB1CD1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articles, papers, charts, and sources across mobile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00C37-B726-46D1-9EBD-C476D3E1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E6B9E-6358-42D7-9099-186CD181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Curious professionals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29A33-418D-46D8-BFD1-69E89DAF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Build a personal library of ideas without wanting a complex note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14CF0-D055-4954-981F-9D6D1B6B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Non-target users clarify focus: Memora should avoid project management, social collaboration, reminders, and folder-heavy workflows in v1.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826CA-0F19-4413-896B-13684C3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9E0F1-0317-4B7E-8BAD-350D9C6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7E888-BA33-4F3F-9289-23BBA689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2517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3FC93-A5B5-44CF-ABAA-BB4E6389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1D865-AE1B-430E-BBA3-C9691D0F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One-tap capture creates the habit. Searchable recall creates retention.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ADEA5-0C04-47E7-ACD8-2BDEEF0F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3C182-0FB6-4250-975E-CC666C1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 once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27DF1-B3B8-4D9D-B46C-B472442D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Share sheet, camera, gallery, URL, and text 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7F0AD-08C1-4931-8254-DFA8FC4D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BBA05-B916-4FB4-8615-578FE22E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Enrich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F7F2A-C300-4835-A249-5F3C5044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content, summary, tags, and source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E3A91-4CA9-4B28-B8CF-F9F0AA29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93464-412E-433C-825B-DD10DB88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Recall 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77849-FE48-4A48-94A9-D367D2AA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Search across text, screenshots, source, and time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0DF22-21B5-4FA3-AA31-5460E7C3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6EAD3-7C01-4B3A-AE7C-B89DAD46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76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Save the useful thing now. Find it later without remembering where it came from.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490EF-34C8-4FA5-9C70-C48F107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715BE-54FD-408D-A9B6-07B5B127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46205-9D36-4737-BED3-EB3896AA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8520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F8ECE-7972-4D49-B943-D51867D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FED16-8312-4917-93AE-23BB346F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focused v1 improves credibility by keeping non-core features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AE0E8-CA87-4B6E-B261-230DD9A3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rPr>
              <a:t>Included in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E2471-1C5A-4045-9711-B1C5E1F4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 screenshots, links, and text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storage and local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OCR and text extraction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Simple list and item detail view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Delete and export paths for user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EF9B7-693D-43A7-8496-D08EBF04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3B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3B30"/>
                </a:solidFill>
                <a:latin typeface="Helvetica Neue"/>
                <a:ea typeface="Helvetica Neue"/>
                <a:cs typeface="Helvetica Neue"/>
              </a:rPr>
              <a:t>Excluded from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C971F-1079-4A88-B870-05D0425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Task management and reminder systems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Public collections or social feeds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Collaboration-heavy workflows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Full markdown editor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Chat with notes in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CB4E9-83CE-446C-94C0-5DBFA28B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929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411D4-0301-4A94-9511-6706080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guiding rule: if a feature does not improve capture, understanding, or recall, it waits.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852CB-9F60-4109-8316-18446ED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08EAB-D9EC-4F39-B380-FFF61388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1D486-EF80-43A1-A0DA-0C00EA16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2102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3539B3-936E-4276-8243-E58BF038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D9C82-4C87-4B36-9957-55CCEB67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Memora has a narrow position between bookmarks, notes, and read-later tools.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9F0F-84BE-4698-A08D-9FAAA8E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E6914-86B7-4053-BB28-FFC26E78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Common limitation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82075-EDFE-4A87-BF8E-48926E0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Memora advantage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00B44-062D-4E45-875C-84A6D911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36B37-ACF9-428E-B396-BBC351C5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ADE96-9378-4910-92D2-8215E971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9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Store URLs but lose intent, screenshot text, and later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9ED79-6504-42DA-ABFC-E5940BC9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97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stores the object, context, and searchable extracted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5247F-8905-4FF9-AC94-7B46C70C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10A67-8B39-464A-B7F1-FA23C8F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68679-71E0-48F7-84DA-0CF536EB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05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Require manual writing, folders, and maintenance.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7E9A8-54FD-4F0E-B485-76D33844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captures first and organizes in the background.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068A7-3B3F-46AF-A807-513C02B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16982-7468-4F96-A427-B902E82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Read-later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9CAD4-12A5-406D-A2BD-4CAF4A66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004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Work best for articles, not mixed mobile captures.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36D92-0759-43BB-AD57-83D9C40A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004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supports screenshots, links, text notes, and photos.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C075D-968B-44F6-AE4B-62C42DAA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B8EE0-0E21-444A-A36D-4138EFF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Cloud knowledge bases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08364-B81B-4F0C-8BB8-9BB01F1E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958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Assume team workflows and cloud-first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99256-B82F-4AAA-A438-4D13A852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958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starts as a private, local-first personal memory app.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A0617-10B2-45DB-8D8E-EA2D4CB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E9F8E-8307-44B1-B102-CA45BCB9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3EBEC-33B6-4202-9514-E7E3C523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150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F49B8-B1E4-4311-BB77-38C4EF2F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TECHNICAL DEFENSIBILITY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C1E49-01E8-404A-AE92-A8DA9DF0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Architecture and Data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51EEC-920B-4234-A64C-798B9D01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A useful personal memory product depends on fast capture, reliable offline behavior, and user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F965B-A7C4-4A3A-B249-B7C9130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3223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19083-67CE-428B-815D-A8FBCED3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DEDE4-15EF-41F6-8A37-108CE657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iOS, Android, lightweight web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AD444-0325-4E7E-91CA-3C3DAEB1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0CE08-68C4-41BE-A14B-F9430229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5ADB3-A5A3-461A-8B03-5ECFD108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Raw content, encrypted tokens,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1AAF-CD70-4EA2-BD75-B91D9273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33260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B9E97-83A7-4AFD-9F06-DC0C75E4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Sync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BC0FD-98D3-4FDB-B457-A6D98B13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Push, pull, merge rules, retry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DF9D8-1521-4E73-9C21-25AC2542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E18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3ECF9-50FA-4797-A7ED-D23F3C2C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User-owned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9044E-25AF-43A4-8D1A-1D733611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Metadata DB and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011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B5AEF-0EBB-4F4B-8E34-10BE4D7D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51625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53CF8-B56D-4291-95AF-B2735A7A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Processing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E7C8B-6AD9-48B7-8D47-03EF33FD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readable link extraction, classification, summary, auto tags</a:t>
            </a:r>
          </a:p>
        </p:txBody>
      </p:sp>
      <p:cxnSp>
        <p:nvCxnSpPr>
          <p:cNvPr id="48" name=""/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801100" y="3295650"/>
            <a:ext cx="1733550" cy="1562100"/>
          </a:xfrm>
          <a:prstGeom xmlns:a="http://schemas.openxmlformats.org/drawingml/2006/main" prst="bentConnector5">
            <a:avLst>
              <a:gd name="adj1" fmla="val 0"/>
              <a:gd name="adj2" fmla="val 14634"/>
              <a:gd name="adj3" fmla="val 86813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409950" y="3295650"/>
            <a:ext cx="1371600" cy="1562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1EF9B-4A99-45F3-B470-16889511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906DEB-35CF-449F-A910-7B10B364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D961C-8D90-4349-848F-630ED91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28147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5BD13-0A21-402E-927B-713E39BA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3AC4B-6442-4F39-A506-26051853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product can scale in layers while keeping v1 focused.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DBE0D-A4B4-4CB9-9AEB-028218A1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182A7-42B5-4A88-A773-206A130B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BDB0E-85DE-4B17-8933-0D8E8AB1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9316A-19BF-4187-BC74-2277A59C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E169F-4CF5-4F70-9879-EEAFB07C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Auth, item capture, local storage, dashboard, search,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5514A-C00F-4CC0-869C-FBA7381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43EFE-9C20-4406-A1A4-F0ECF66D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DBCF1-A98E-4B84-A6B3-BE7264DC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D8AA5-9781-41DA-827A-8ADA1F75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Sync and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4541A-52D6-4F8A-A319-E2A702E5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Background sync, pull-to-refresh, conflict UI, retry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2F4B3-1B50-4FB7-8E14-49452AA3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7478F-347A-40F9-BE51-AD65977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8EE62-A34E-44B3-AFE2-82ED8FB5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C272F-B989-4EC5-A851-DDA77500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AI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87376-9167-4721-8ED5-E3569787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OCR, summaries, keyword extraction,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DDE5D-B04F-45BF-AFD7-9B367440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12D55-9E1A-4D5F-92B5-66FCA9A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CFC70-CB31-4086-AF4A-4C772137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EE6A3-56C0-4F09-9877-136A775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Distribution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501A1-49D5-4929-9D64-B5BD360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Share sheet, export, deep links, widget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E674D-66F7-433F-8A8B-CD327A2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README marks Phase 1 capabilities as built. Investor diligence should confirm product completeness, code quality, and user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CB9FA-D96B-40AD-9D12-04E3B7A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AA1B1-9C1C-4CCF-B007-8E44701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FA987C-AD32-4E1D-B9B4-3EFE6946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9189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CACE6-B5CE-43AC-83AE-51F957AC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E6ACF-E496-4A5E-A3DC-DA6E6A66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Monetization should follow trust: keep core capture useful, charge for higher value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97258-401D-4B96-9BA0-9081DA0F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46CA6-D44C-4671-8508-B7A3417E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Free local tier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5FF09-9A63-4478-A84E-64672553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Private capture, local search, basic item limits,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425B0-12A6-4AA2-B56B-0165D8AB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C71A5-61D2-4455-953F-4717F5F2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Paid sync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6E398-6C94-454F-9E57-78EFE952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Cross-device sync, larger storage, backups, priority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A9EE7-AC52-4247-B2A4-AC9BAA03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FC5A2-D7F6-4259-AF19-8E1E7AAA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Advanced AI 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37AB6-1863-4445-AEB3-07049C62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Stronger summaries, OCR for larger libraries, related-item discovery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D7E7A-1865-44D7-B6E1-CE7B169B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Pricing is a validation item, not a fixed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2678F-A1E1-46AF-95F3-D8C18A6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Early tests should measure willingness to pay for sync, recovery confidence, and search quality before optimizing packaging.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6F4E1-7E1C-4A4F-886C-55093330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CE9A3-4636-4D1C-A3A5-DD7A06E1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1F863-DC3F-44CA-A3A9-02B6EA28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88668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005A3-0F1E-438C-A589-08E9EF0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60AE0-96F8-4B72-A612-885CADF6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credible launch starts with workflows where saved information already has obvious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01A72-221A-42CA-A4A6-E8196F60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1273D-02D3-42CF-8FA4-24249E73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Founder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B32B1-E1F8-4AB8-A8D2-E393393E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240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Competitor screenshots, customer quotes, product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09DB6-9D7B-4E9E-B8BE-73FAA3A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Build examples from real saved libraries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C673A-E188-4009-BC63-0C0A6059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15841-2CA5-4A96-ABF0-13C256C9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Research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3DF2F-E6F6-46B0-8778-B17955A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Articles, papers, charts, reports,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AF87F-1E91-4545-93F5-5228FA94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384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Show OCR and source recall in public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1FC5B-1058-4261-83EF-83F96935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F69C4-E170-4F69-B1BD-27964512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Professional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E517D-47FF-4657-9A54-FD92B827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52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Receipts, snippets, posts, useful links from mobile browsing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FA80F-3F6E-4AA1-9389-700625D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Launch with a weekly search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3ECFC-30D4-4AC1-B3A4-EADD1919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E1E1A-7553-4E07-97C8-AC1103C5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Builder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FC097-9E72-414A-B113-E6953D70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67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Indie hackers, students, analysts, product managers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5BBD7-C5F8-418B-A535-6783E6D8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Seed beta through build-in-public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D68CD-DF46-445C-99E9-5FCAB17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8760D-740B-4AE0-AB84-E3F8F95C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13955-5C5E-4386-BA92-B216ABC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93874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E8BFF-ABF9-4226-ADF7-B82DBEB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C08E9-C8F2-489A-9F76-7A28BDD2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Capital should convert the MVP into a measurable beta and app store launch.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3460E-FFDE-4738-95D6-167196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34FE6-31AE-406B-B696-C181CD6C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Product polish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38E82-4202-431F-8245-DF33ED95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reliability, onboarding, search UX, accessibility, and app store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F7758-6D29-4CE3-9CE3-78A7708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88DFA-9DDF-4B79-B599-710098B5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Sync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679E6-B120-4B16-AA2E-47265095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Cross-device sync, export/delete flows, auth hardening, storage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DAFAB-293E-43DE-B305-9DD1CE7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10A1A-9274-47AC-945A-1ECC68E7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AI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F6911-1586-4B84-82D8-2DA4F8C9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 quality, summary pipeline, tag suggestions, link extraction, local model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B8173-96AF-4578-94EC-3BC86801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C3CFC-BA2A-4FF4-B511-DC48C331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Beta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AA292-308D-4139-B2B0-185C2A16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Founder and knowledge-worker beta cohorts, usage analytics, interview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BB46E-6260-41A7-8AB4-21595224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44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Round amount, valuation, and runway assumptions should be inserted before investor circulation.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3F660-622B-4348-A7CB-EFAF64F0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EDC5A-3B1D-47A0-AA68-5AD1B5EE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6DCC0-99D2-463B-A4C1-0162AE80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2075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6B838-43BD-4ED9-A0F5-85CD9757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B03C9-2429-41DA-BA3E-93F264A4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next phase should produce evidence investors can diligence.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18740-9923-4479-ACC0-6EC9A8B2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B3BA5-5730-4C3E-A246-7D7BD063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90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861F4-8066-4B05-9161-69BF4FCF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Private beta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22DE6-C9F0-481B-B077-0CFE5ED1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Reliable capture, local search, OCR path, and feedback loop with first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83CB9-2477-4B1F-B09B-78EC21CC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8B930-7575-49A9-9B48-B66C9CA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180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E91B-8C0A-4991-BA20-04500ADF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Public app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79AD8-8DAC-4FEB-8D6C-EE6F8C3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App store release, paid sync validation, support path, and retention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6C94D-6BA4-4D53-A917-3EB76AB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9BA4F-9F7E-4A7F-B749-3A19AB39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Fundable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A1C49-7F40-4AFB-95FA-775524E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Usage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B28ED-ADD0-4B63-AE14-C800FF69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Activation, weekly repeat saves, search success, paid intent, and privacy trust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3F112-1F6E-4A8A-88E6-C14A450C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pitch should be paired with a live product demo and a short metric sheet once beta usage begins.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8C535-ECBC-4459-9DE9-776A85F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FB2D5-0E6A-4291-8333-628EEC6D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70AB8-FE85-44E5-B7D1-3C41E060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66110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e1b0be4bf49ad"/>
          <a:srcRect xmlns:a="http://schemas.openxmlformats.org/drawingml/2006/main" l="25299" t="0" r="252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0"/>
            <a:ext cx="6019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D70AA-F05B-451F-AD7C-3F3CD36F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6AE22-2FDB-4AB6-A27B-777DE3A3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Funding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D8E72-DD1A-4856-A91F-DC25A6FF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Help move Memora from focused MVP to measurable beta.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4FBC6-F3E6-4AD7-88C3-99390205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5429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Finish the app store-ready mobile experience.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Validate sync and AI as paid value layers.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evidence around activation, recall success, and retention.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Insert round amount and terms before external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04696-97C8-4AFA-8A7A-AE01A088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07784-F962-4BAD-BA7D-A55590EF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A6D0A-6844-42C6-AA02-BC966C5A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04176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2026-09-05T06:32:05.4150000Z</dcterms:created>
  <dcterms:modified xsi:type="dcterms:W3CDTF">2026-09-05T06:32:05.4150000Z</dcterms:modified>
</coreProperties>
</file>