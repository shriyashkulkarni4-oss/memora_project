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997abc8b54396" /><Relationship Type="http://schemas.openxmlformats.org/officeDocument/2006/relationships/extended-properties" Target="/docProps/app.xml" Id="R7d4d5343294b45de" /><Relationship Type="http://schemas.openxmlformats.org/officeDocument/2006/relationships/officeDocument" Target="/ppt/presentation.xml" Id="Rc6d84cc464044f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37b93b2594840"/>
  </p:sldMasterIdLst>
  <p:notesMasterIdLst>
    <p:notesMasterId xmlns:r="http://schemas.openxmlformats.org/officeDocument/2006/relationships" r:id="Rdc8c6b9f996641ef"/>
  </p:notesMasterIdLst>
  <p:sldIdLst>
    <p:sldId xmlns:r="http://schemas.openxmlformats.org/officeDocument/2006/relationships" id="256" r:id="R913414a31e824d15"/>
    <p:sldId xmlns:r="http://schemas.openxmlformats.org/officeDocument/2006/relationships" id="257" r:id="Rf526e2c144bd4ccf"/>
    <p:sldId xmlns:r="http://schemas.openxmlformats.org/officeDocument/2006/relationships" id="258" r:id="R83639f4f26834aae"/>
    <p:sldId xmlns:r="http://schemas.openxmlformats.org/officeDocument/2006/relationships" id="259" r:id="R1118a756865140ff"/>
    <p:sldId xmlns:r="http://schemas.openxmlformats.org/officeDocument/2006/relationships" id="260" r:id="R379150a9d5574bcd"/>
    <p:sldId xmlns:r="http://schemas.openxmlformats.org/officeDocument/2006/relationships" id="261" r:id="Rdb7d8e0ee7f74207"/>
    <p:sldId xmlns:r="http://schemas.openxmlformats.org/officeDocument/2006/relationships" id="262" r:id="Rc2beb1e247194554"/>
    <p:sldId xmlns:r="http://schemas.openxmlformats.org/officeDocument/2006/relationships" id="263" r:id="R1f46a1a050b0416d"/>
    <p:sldId xmlns:r="http://schemas.openxmlformats.org/officeDocument/2006/relationships" id="264" r:id="R71efbef9b2e94784"/>
    <p:sldId xmlns:r="http://schemas.openxmlformats.org/officeDocument/2006/relationships" id="265" r:id="Red0d39b2a86840f6"/>
    <p:sldId xmlns:r="http://schemas.openxmlformats.org/officeDocument/2006/relationships" id="266" r:id="Rcaa3ad55465447d8"/>
    <p:sldId xmlns:r="http://schemas.openxmlformats.org/officeDocument/2006/relationships" id="267" r:id="Rab0f6d458ac444ff"/>
    <p:sldId xmlns:r="http://schemas.openxmlformats.org/officeDocument/2006/relationships" id="268" r:id="R6ca3106b6c0341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b5e52ba2ea4d02" /><Relationship Type="http://schemas.openxmlformats.org/officeDocument/2006/relationships/slideMaster" Target="/ppt/slideMasters/slideMaster1.xml" Id="R31337b93b2594840" /><Relationship Type="http://schemas.openxmlformats.org/officeDocument/2006/relationships/notesMaster" Target="/ppt/notesMasters/notesMaster1.xml" Id="Rdc8c6b9f996641ef" /><Relationship Type="http://schemas.openxmlformats.org/officeDocument/2006/relationships/presProps" Target="/ppt/presProps.xml" Id="Rbdb088d4b3b04501" /><Relationship Type="http://schemas.openxmlformats.org/officeDocument/2006/relationships/tableStyles" Target="/ppt/tableStyles.xml" Id="Ra699c2aa7cc14d9a" /><Relationship Type="http://schemas.openxmlformats.org/officeDocument/2006/relationships/slide" Target="/ppt/slides/slide1.xml" Id="R913414a31e824d15" /><Relationship Type="http://schemas.openxmlformats.org/officeDocument/2006/relationships/slide" Target="/ppt/slides/slide2.xml" Id="Rf526e2c144bd4ccf" /><Relationship Type="http://schemas.openxmlformats.org/officeDocument/2006/relationships/slide" Target="/ppt/slides/slide3.xml" Id="R83639f4f26834aae" /><Relationship Type="http://schemas.openxmlformats.org/officeDocument/2006/relationships/slide" Target="/ppt/slides/slide4.xml" Id="R1118a756865140ff" /><Relationship Type="http://schemas.openxmlformats.org/officeDocument/2006/relationships/slide" Target="/ppt/slides/slide5.xml" Id="R379150a9d5574bcd" /><Relationship Type="http://schemas.openxmlformats.org/officeDocument/2006/relationships/slide" Target="/ppt/slides/slide6.xml" Id="Rdb7d8e0ee7f74207" /><Relationship Type="http://schemas.openxmlformats.org/officeDocument/2006/relationships/slide" Target="/ppt/slides/slide7.xml" Id="Rc2beb1e247194554" /><Relationship Type="http://schemas.openxmlformats.org/officeDocument/2006/relationships/slide" Target="/ppt/slides/slide8.xml" Id="R1f46a1a050b0416d" /><Relationship Type="http://schemas.openxmlformats.org/officeDocument/2006/relationships/slide" Target="/ppt/slides/slide9.xml" Id="R71efbef9b2e94784" /><Relationship Type="http://schemas.openxmlformats.org/officeDocument/2006/relationships/slide" Target="/ppt/slides/slide10.xml" Id="Red0d39b2a86840f6" /><Relationship Type="http://schemas.openxmlformats.org/officeDocument/2006/relationships/slide" Target="/ppt/slides/slide11.xml" Id="Rcaa3ad55465447d8" /><Relationship Type="http://schemas.openxmlformats.org/officeDocument/2006/relationships/slide" Target="/ppt/slides/slide12.xml" Id="Rab0f6d458ac444ff" /><Relationship Type="http://schemas.openxmlformats.org/officeDocument/2006/relationships/slide" Target="/ppt/slides/slide13.xml" Id="R6ca3106b6c0341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e88cbb896a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e6163ae5324bab" /><Relationship Type="http://schemas.openxmlformats.org/officeDocument/2006/relationships/notesMaster" Target="/ppt/notesMasters/notesMaster1.xml" Id="R8cc0cb0ffdd246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41f8d0d544013" /><Relationship Type="http://schemas.openxmlformats.org/officeDocument/2006/relationships/notesMaster" Target="/ppt/notesMasters/notesMaster1.xml" Id="R9c08a8aec60d42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3d86061a24ac6" /><Relationship Type="http://schemas.openxmlformats.org/officeDocument/2006/relationships/notesMaster" Target="/ppt/notesMasters/notesMaster1.xml" Id="R5907b2b1b2374b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e9a3fb5984cb7" /><Relationship Type="http://schemas.openxmlformats.org/officeDocument/2006/relationships/notesMaster" Target="/ppt/notesMasters/notesMaster1.xml" Id="R39a729b698bb47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f103c2331f405d" /><Relationship Type="http://schemas.openxmlformats.org/officeDocument/2006/relationships/notesMaster" Target="/ppt/notesMasters/notesMaster1.xml" Id="Rb7d3dbd11fda46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aed9e950944e45" /><Relationship Type="http://schemas.openxmlformats.org/officeDocument/2006/relationships/notesMaster" Target="/ppt/notesMasters/notesMaster1.xml" Id="Ra0d6b8f029ca47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bd7d7b56434bc9" /><Relationship Type="http://schemas.openxmlformats.org/officeDocument/2006/relationships/notesMaster" Target="/ppt/notesMasters/notesMaster1.xml" Id="R5f6985026d5245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7be0115bbd42d5" /><Relationship Type="http://schemas.openxmlformats.org/officeDocument/2006/relationships/notesMaster" Target="/ppt/notesMasters/notesMaster1.xml" Id="R497d2af1c80540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830cd692be43a1" /><Relationship Type="http://schemas.openxmlformats.org/officeDocument/2006/relationships/notesMaster" Target="/ppt/notesMasters/notesMaster1.xml" Id="Re31369d8c47246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56741a82fd4fa8" /><Relationship Type="http://schemas.openxmlformats.org/officeDocument/2006/relationships/notesMaster" Target="/ppt/notesMasters/notesMaster1.xml" Id="Ra651c47d99a44c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51c7c6efa2446e" /><Relationship Type="http://schemas.openxmlformats.org/officeDocument/2006/relationships/notesMaster" Target="/ppt/notesMasters/notesMaster1.xml" Id="R63d88d62370649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446719289643ab" /><Relationship Type="http://schemas.openxmlformats.org/officeDocument/2006/relationships/notesMaster" Target="/ppt/notesMasters/notesMaster1.xml" Id="R0561fd64445a45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bfd3f2040842d7" /><Relationship Type="http://schemas.openxmlformats.org/officeDocument/2006/relationships/notesMaster" Target="/ppt/notesMasters/notesMaster1.xml" Id="Rb347465b100f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Problem statement from MEMORYHIVE_REQUIREMENTS.md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 and non-target users from MEMORYHIVE_REQUIREMENTS.md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concept from MEMORYHIVE_REQUIREMENTS.md product summary and core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and non-goals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Positioning is inferred from the PRD problem statement, principles, and non-goals. Competitive claims are category-level hypotheses to validate.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from MEMORA_README.md and MEMORYHIVE_REQUIREMENTS.md sections 7, 10,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Roadmap from MEMORA_README.md. Status should be validated against the current app before external fundraising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Monetization direction from MEMORYHIVE_REQUIREMENTS.md section 12. Specific prices were not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Go-to-market motions are recommendations derived from the target users in the PRD. No external traction data was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Funding allocation is a proposed use of funds. The source materials did not include round size or financial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Milestones are proposed planning targets for fundraising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Ask slide contains a placeholder because round size and terms were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efb2fce76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299f674e149c1" /><Relationship Type="http://schemas.openxmlformats.org/officeDocument/2006/relationships/slideLayout" Target="/ppt/slideLayouts/slideLayout1.xml" Id="R85b5646c89d0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5646c89d0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e7459b2f642c6" /><Relationship Type="http://schemas.openxmlformats.org/officeDocument/2006/relationships/image" Target="/ppt/media/image.png" Id="Rc78491fa55794805" /><Relationship Type="http://schemas.openxmlformats.org/officeDocument/2006/relationships/notesSlide" Target="/ppt/notesSlides/notesSlide1.xml" Id="R94aba9a543e4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09347d3ac457a" /><Relationship Type="http://schemas.openxmlformats.org/officeDocument/2006/relationships/notesSlide" Target="/ppt/notesSlides/notesSlide2.xml" Id="Rc8f61f76c38146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a5667bd4c488d" /><Relationship Type="http://schemas.openxmlformats.org/officeDocument/2006/relationships/notesSlide" Target="/ppt/notesSlides/notesSlide3.xml" Id="R2adc8789ee7347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81a91adfb456b" /><Relationship Type="http://schemas.openxmlformats.org/officeDocument/2006/relationships/notesSlide" Target="/ppt/notesSlides/notesSlide4.xml" Id="Rd2a0bf6f27e14d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0b6668933494f" /><Relationship Type="http://schemas.openxmlformats.org/officeDocument/2006/relationships/notesSlide" Target="/ppt/notesSlides/notesSlide5.xml" Id="R3eee45d1c3aa49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dd88c74564dfe" /><Relationship Type="http://schemas.openxmlformats.org/officeDocument/2006/relationships/notesSlide" Target="/ppt/notesSlides/notesSlide6.xml" Id="Rd56e9a149a6f4d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b06d1bd0b43be" /><Relationship Type="http://schemas.openxmlformats.org/officeDocument/2006/relationships/notesSlide" Target="/ppt/notesSlides/notesSlide7.xml" Id="Rabf975a178c546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472d8c3584521" /><Relationship Type="http://schemas.openxmlformats.org/officeDocument/2006/relationships/notesSlide" Target="/ppt/notesSlides/notesSlide8.xml" Id="R3b08d90f6d6942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5d1634c6147f6" /><Relationship Type="http://schemas.openxmlformats.org/officeDocument/2006/relationships/notesSlide" Target="/ppt/notesSlides/notesSlide9.xml" Id="R97ceb23b2cb540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030d8016a44c8" /><Relationship Type="http://schemas.openxmlformats.org/officeDocument/2006/relationships/notesSlide" Target="/ppt/notesSlides/notesSlide10.xml" Id="Re71634aeaa2044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764e31f794d52" /><Relationship Type="http://schemas.openxmlformats.org/officeDocument/2006/relationships/notesSlide" Target="/ppt/notesSlides/notesSlide11.xml" Id="R6a1a54a8273942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d9ad89f1043e3" /><Relationship Type="http://schemas.openxmlformats.org/officeDocument/2006/relationships/notesSlide" Target="/ppt/notesSlides/notesSlide12.xml" Id="R59142fd6d8dc41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a1e06035e4c26" /><Relationship Type="http://schemas.openxmlformats.org/officeDocument/2006/relationships/image" Target="/ppt/media/image2.png" Id="Rbf6f39f2f34647c8" /><Relationship Type="http://schemas.openxmlformats.org/officeDocument/2006/relationships/notesSlide" Target="/ppt/notesSlides/notesSlide13.xml" Id="R1859fc9600cd47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491fa557948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E4999-6F15-43DB-868D-A527C3D9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5D195-734C-4358-9482-67A8FDF8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Investor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EEA8E-BBF9-4AE9-8609-37DB781E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E134B-19BA-45E5-BA7D-610B93AD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 mobile-first app for capturing and recalling the useful information people save across their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8572B-10A6-4CD8-B390-E47CC30E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AF0CF-CE6E-4FA9-9483-B3D0A5E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4CD7E-B92F-469A-BFE1-31C38184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61929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AD6FD-1369-4A31-99B1-28E75336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Digital Recall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6F5F0-9568-4218-A7DF-D518129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The internet gives people more useful information than their current tools can recover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D8832-962A-4630-95EF-DC5B4FB7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53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02BE3-F0A6-4951-9A34-D75798D4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53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04089-299A-4327-9352-096EA8BA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Users already save the signal.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D5DDF-7F98-4159-88FB-26A79E87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Screenshots of posts, charts, receipts, ideas, and references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Article links, social posts, videos, and research sources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Short notes copied from conversations and browsing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55618-6AF1-4DBC-A2FB-DA06FAF0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859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The saved material does not become useful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F39B3-6F92-4101-91C3-A4F6BAD6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432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Screenshots remain invisible to normal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Bookmarks lack context and decay into long lists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Notes require effort exactly when the user wants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E7B6A-C3F5-4D63-916B-DA75F8B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9296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71121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31CCA-BAF3-4662-8A34-74575A4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Memora's wedge is the gap between capture and recall.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5DA80-C84E-4940-808A-4B47AF2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0B5D5-4FB4-4F7A-AF45-3DE27697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A6FCA-96C0-4C54-8297-8D8388E6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2965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27883-870B-41C9-A4B2-E081995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Target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6D667-6A7B-4203-B283-D5B4B0C5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Start with heavy mobile savers who feel the pain weekly.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33C38-0AE1-4942-B460-247A3438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5B1AF-D672-4251-B932-EC88CDA9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Knowledge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0D69B-B0E9-4CCA-BEA1-9461112B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Save screenshots and links during work, then need them in meetings or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8E496-AD25-4B59-BB1A-BCE7309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DA77B-7E75-49D2-8442-94DE276E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Founders and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EAD13-5C89-4F63-86D7-AC0B5F6F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Collect product references, competitor examples, and customer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77BC8-B949-4A74-AA53-29A01EE8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7F470-F1F6-4221-8614-65E7CDE5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Researchers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3A9B0-8CE9-417A-8A81-00D0812B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Capture articles, papers, charts, and sources across mobile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D5719-F40C-4A9B-B09B-B32853CF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AC248-1B19-4DCB-8AD0-73140363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Curious professionals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81180-DA1C-4A70-A36C-E5EA0F61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a personal library of ideas without wanting a complex note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F9D0D-209F-4368-8043-453B8936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Non-target users clarify focus: Memora should avoid project management, social collaboration, reminders, and folder-heavy workflows in v1.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E25C0-0CD4-4058-BBB4-BBF07848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C4635-447F-4B2B-A771-DC28C50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25D8D-6B0A-48DC-92DA-3683834C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326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D4480-5808-4089-B803-41DD580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Product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3CA7B-F034-4BD5-83A1-F64DC2BD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One-tap capture creates the habit. Searchable recall creates retention.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D2896-D84A-4E49-8837-A5EC326B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63B80-CC9B-4D8D-B4BB-BB7A5E41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Capture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FA4AC-D589-4B00-A9E5-C4BF5FEE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Share sheet, camera, gallery, URL, and text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DC192-3035-4C23-B5D6-98DEBC1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F05E9-DA61-4CFF-AF85-F3311E3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Enrich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8E363-1FF1-481B-A09F-372EC9E3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content, summary, tags, and 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6DC2E-DDE7-44B7-876E-1658F68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A2109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99522-102B-43BE-B414-0172456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Recall 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4B734-95E7-48BB-B16C-1943DDB8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Search across text, screenshots, source, and time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6F25A-BCD2-4F5E-A677-DD2C0BA3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Product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A27BB-C4C8-48D5-90BB-BDAF934A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Save the useful thing now. Find it later without remembering where it came from.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923BB-009A-4E63-B7D7-4FB3068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F1828-D405-46C1-8A11-3A4B5DE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318CB-9838-403D-9207-5C7A2078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1648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69F60-5446-450A-899B-8810EFD5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0CEA8-4D12-482F-8142-610A861B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A focused v1 improves credibility by keeping non-core features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1A35C-3DDB-458F-AC8C-25029D2B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47434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EEEB2-716F-43B6-BD78-ED9052C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81150"/>
            <a:ext cx="47434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B1015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5D238-F267-472D-A746-46FD50B8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Included in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21E5A-53C5-4918-B737-8AD239E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Capture screenshots, links, and text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Local storage and local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 and text extraction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Simple list and item detail view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Delete and export paths for user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E9634-2EA6-431C-80B4-3AD6FC5C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Excluded from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BBDBB-82FF-4C1D-97ED-B4FA1AB6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Task management and reminder systems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Public collections or social feeds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Collaboration-heavy workflows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Full markdown editor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Chat with notes in 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31220-A29B-4A28-B361-C8A66337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929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08D37-D71C-42EB-9826-1C00EDD1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The guiding rule: if a feature does not improve capture, understanding, or recall, it waits.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C5388-72C0-40C9-BB45-8EB5851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11250-6B5B-42CC-8C20-7FF6ADCD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80819-0D47-423F-ACC2-C067F69B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4871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A2006-E4D6-4473-9B3E-B96B8D91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84FEC-B457-4B5E-818E-260CBA83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Memora has a narrow position between bookmarks, notes, and read-later tools.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B952D-221C-4524-A5F7-C692ADA8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56665-83B4-4EFB-B5FF-5FEB871E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Common limitation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8E61F-9DE7-4B7B-A2DC-7F3ED1D7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Memora advantage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AEE32-DFA0-401F-A60E-2CEFDC03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894A5-61F9-44CD-AC19-5E145B5B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Bookmarks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468D3-27E3-4CFA-81B1-4910AA8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9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Store URLs but lose intent, screenshot text, and later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D1E93-F318-4C8C-8461-3937EC7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97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stores the object, context, and searchable extracted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9B0E6-C23A-4744-B3EF-50CC59CC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F9728-1F08-4926-9865-81D6261E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Notes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035AF-AAE5-4834-A0AF-27FEC011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Require manual writing, folders, and maintenance.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9B59C-42D7-4B1D-9F6F-186A3597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captures first and organizes in the background.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D594D-57A3-4937-AD47-88256085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FC290-D3A2-46CD-938B-8E22AEAB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Read-later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4F3A3-EE9F-488E-A98E-BB6F11F4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Work best for articles, not mixed mobile captures.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53732-05A0-49EF-AF89-80AD8C4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supports screenshots, links, text notes, and photos.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C33D2-5EA6-4CFA-9E41-837A937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3F76C-318C-42AB-A292-77F1AB0F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Cloud knowledge bases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8BBD5-9285-4A75-8B51-0C7F5EE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Assume team workflows and cloud-first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55CEF-9B6A-4671-BA23-14C8787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958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starts as a private, local-first personal memory app.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1D38B-47A5-4D9E-AA80-FB83DF68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A59F2-8CB5-4D11-B48F-954BB35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902FF-2031-4030-9749-4F45157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6842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908BB-7DC3-4A5F-8EA2-82A9CBFD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TECHNICAL DEFENSIBILITY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00ED6-8040-4A6D-80A1-349EAE03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Architecture and Data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BF76-85F0-4CE8-9775-EAD62A0A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A useful personal memory product depends on fast capture, reliable offline behavior, and user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B9840-89FC-4F5C-91E9-E33FF8AE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67419-2AB9-44DE-BC66-5E35CFFB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Mobile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4555F-1508-4C2D-9FAB-B0B7CCFB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iOS, Android, lightweight web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59584-BCAB-413A-813C-77B12A83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66C6F-8872-47B2-A6BF-E0839A3A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Local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B77B3-7869-40C2-9E66-31B0810F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Raw content, encrypted tokens,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FB844-9937-4ED2-9805-764B566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A2109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6044B-A40D-4598-B1D4-66CB08CA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Sync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E5FAD-E595-44CC-88F2-ADA96AB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Push, pull, merge rules, retry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C4340-383F-4D88-8B98-05AC6C65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B1015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05B5F-1768-4906-A56E-DC8C02FA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User-owned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1C031-FF28-4917-AB4D-24DC7CD8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Metadata DB and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E07E0-E0BE-4CB0-A3D8-9DFE243F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51625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71F31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40EC95-CE24-4371-A941-1D5E585C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Processing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D3237-7A47-42B2-9C8F-A3712419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339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link extraction, classification, summary, auto tags</a:t>
            </a:r>
          </a:p>
        </p:txBody>
      </p:sp>
      <p:cxnSp>
        <p:nvCxnSpPr>
          <p:cNvPr id="48" name=""/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801100" y="3295650"/>
            <a:ext cx="1733550" cy="1562100"/>
          </a:xfrm>
          <a:prstGeom xmlns:a="http://schemas.openxmlformats.org/drawingml/2006/main" prst="bentConnector5">
            <a:avLst>
              <a:gd name="adj1" fmla="val 0"/>
              <a:gd name="adj2" fmla="val 14634"/>
              <a:gd name="adj3" fmla="val 86813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409950" y="3295650"/>
            <a:ext cx="1371600" cy="1562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4E08F-C813-4D9F-B866-C8C817EF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650D6A-3EEE-4D4D-BFA3-C9D7C3CF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8F47C-EA9F-4845-83F4-17BA993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9678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8FC2A-06B5-44A7-9E2C-B7AC11A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6F826-5944-4F96-B0CC-CCC69AAA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The product can scale in layers while keeping v1 focused.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02976-917B-472E-B5D7-F30060CB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2E60A-C698-4756-9E08-531A3E9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AC44C-9613-4A9D-B262-1B173F3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159C0-E709-42BD-8E35-B4C608E6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MVP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EFFEA-3E74-49EF-92BB-0A0F64D0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Auth, item capture, local storage, dashboard, search,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AB8B9-112A-4822-B846-B1547322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FD38A-9818-4C2C-B386-F2B845E2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0483B-F9DF-4DBF-8767-6AFDDB3C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01B02-72CE-407E-A09D-25B0536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Sync and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40F59-8F89-4476-BF6C-241A63E2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Background sync, pull-to-refresh, conflict UI, retry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FB8A6-3BD0-4B8E-808E-80589969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01803-7C11-4928-9F25-E9EB968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4225A-EE3E-47AC-9972-D357955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738D6-D42B-47D5-A338-1ADAFA6F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AI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1C5EC-DCA0-4CDE-A1E9-3C910595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summaries, keyword extraction,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CC24A-CDC8-43B1-923F-F4EA3DBD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CEA23-5B6C-4CC9-9CF0-537231EB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53CD2-38F2-42CF-8657-AF80EC5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3FEB8-67F0-42F6-87D4-AC134A20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Distribution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018E2-838E-425C-94BE-26E7B48E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Share sheet, export, deep links, widget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83848-4327-4DC8-82C5-8E62433E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The README marks Phase 1 capabilities as built. Investor diligence should confirm product completeness, code quality, and user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2BFC1-68D7-4E3A-A33A-5A672D9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1A2CB-BC8E-4464-91AA-FF627DEB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ABBDA-2B3C-4400-A909-12F3D5F4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2901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B6B43-10C7-4594-B43B-C6E2698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6E57B-765B-4A83-B348-9CAC713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Monetization should follow trust: keep core capture useful, charge for higher value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D0E89-C65B-41F0-BB73-48990846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E057A-1522-4085-8F9F-D653336A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Free local tier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8F355-F2E5-4C03-BF99-5D0E39E4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Private capture, local search, basic item limits,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9B739-EB8B-42F5-AEC2-05776409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B2E16-1380-4E54-BDEE-4BE31537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Paid sync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C456D-C1FB-489B-9DE8-D2B7485E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Cross-device sync, larger storage, backups, priority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4793D-77A3-41BD-A717-2E6A53C6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A2109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44CF6-D319-41B3-BC79-6D7D37B7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Advanced AI 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7021A-DE2B-4951-86A8-F36164F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Stronger summaries, OCR for larger libraries, related-item discovery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1C198-8243-458A-9B9D-8852EA6C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Pricing remains a validation item before packaging decisions.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38434-0848-4047-948B-CD5D621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Early tests should measure willingness to pay for sync, recovery confidence, and search quality before optimizing packaging.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CE759-8418-4B10-8A17-5F5117B7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A9B0C-D31E-473F-907B-A974BC8D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0A47B-173B-4018-B5A8-C009153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3452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6C562-10DF-4D75-BF81-5C62A22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2F6CF-FA55-467A-AF42-00A62D1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A credible launch starts with workflows where saved information already has obvious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65F4D-27B6-428E-8B20-D5B0E21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8F557-9570-484A-8E44-EBB9F5C4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Founder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4EC49-14E7-47F2-81C9-62193890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Competitor screenshots, customer quotes, product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0B87C-CBD6-434E-96D5-E9985248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Build examples from real saved libraries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CD053-4232-413C-89C2-39E034A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4415F-57B0-4B26-9D9D-2599E7C6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Research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5096E-18F1-403F-9859-3361218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Articles, papers, charts, reports,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80569-9E11-4D08-87EA-3AF981BF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Show OCR and source recall in public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33A49-7A60-4CDD-9688-E601DB5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027A7-22A8-4AF9-A955-14E2E2D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Professional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9164B-1FA9-4761-82EA-BD7E3C4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Receipts, snippets, posts, useful links from mobile browsing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C9347-9CDF-4C47-9183-08D48EA0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Launch with a weekly search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2C98F-6D96-42CC-9F49-B43708F8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9108F-FB18-4885-9205-273EC711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86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Builder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5C434-56A0-41F4-8097-CA17491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Indie hackers, students, analysts, product managers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F2BEC-C59D-409B-9F60-672B373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Seed beta through build-in-public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76A36-DA78-4B3B-B571-0204E804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DBE41-B6E5-4E03-A4CD-82ED3B53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A79A9-0C2C-432F-8BD7-A0A11A3D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099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2F055-1BE4-4B30-834F-B93D9371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C163-5B3E-45FD-8673-3BCBB31E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Capital should convert the MVP into a measurable beta and app store launch.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62F2E-3F48-43E3-B5D8-2ADE7E1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E847C-618B-4A45-A7EC-41C89ACA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Product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77FA8-FB30-4D2C-BC39-275AB96F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Capture reliability, onboarding, search UX, accessibility, and app store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321CE-EE40-4D7A-90CC-401B8E58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D7851-1252-4CF8-9026-F0296A9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Sync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F58C0-7969-4F3C-B81D-F71B7C02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Cross-device sync, export/delete flows, auth hardening, storage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1D892-9B84-48C5-B093-6710CE19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C9038-DC4E-49C4-A098-86536ACD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AI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094DF-130A-40BA-884A-34B17B30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 quality, summary pipeline, tag suggestions, link extraction, local model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CD28F-1E7D-41CB-92B5-91B174B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4FC7A-AD9E-404C-BE4A-3B566434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Beta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31838-18F3-49E1-910A-5C68B28D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Founder and knowledge-worker beta cohorts, usage analytics, interview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CCACA-C620-495A-83E3-B1D52F21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44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Round amount, valuation, and runway assumptions should be inserted before investor circulation.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73FE4-655B-47BB-A393-EF0D7C83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5CDD4-4CEF-45BF-AE5B-3CC8FEC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3A196-741C-4835-AF73-2F3D0DE1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7234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C2EC9-9277-4531-BA3A-549A7557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84841-477E-4BCD-A359-21E9AE8D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The next phase should produce evidence investors can diligence.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6D35B-9BA1-4115-8838-014E843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AB85F-7698-4FAF-87A0-4A5E9A28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5A9F5-8D73-40E0-AC46-F613576C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Private beta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B4E35-333E-43F7-AFC0-28746465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Reliable capture, local search, OCR path, and feedback loop with first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FF0C8-09D2-4DCB-A910-2166C7C3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C41D2-7439-4C03-BEC4-9F6FDB45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180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D2577-5AB9-489F-A143-5AFE587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Public app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88C1E-2D74-44A5-B830-6CDAC779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App store release, paid sync validation, support path, and retention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886CC-8697-4D1E-A7CB-7C480DCD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669D7-A9EE-4B40-B654-A4B1CBD3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Fundable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AAE57-CF26-4CD3-8BE2-690CD439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Usage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53868-D0CF-4D96-9860-72BB2219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Activation, weekly repeat saves, search success, paid intent, and privacy trust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BA72D-CAAD-4F4D-B240-B1A758D6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This pitch should be paired with a live product demo and a short metric sheet once beta usage begins.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230B7-C54C-4E1D-9970-27595A9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AA8E1-5769-4636-8D34-521F826A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F73BD-B7B9-410E-B02F-C6FC5033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06693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f39f2f34647c8"/>
          <a:srcRect xmlns:a="http://schemas.openxmlformats.org/drawingml/2006/main" l="25299" t="0" r="25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E856A-65DF-45C4-9CDD-34BA4C67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9E113-2B45-4514-A2D0-796E222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Funding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1E501-26C5-4EDE-9EBB-416E4725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Help move Memora from focused MVP to measurable beta.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F934A-E120-4BA5-93A8-181622C2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Finish the app store-ready mobile experience.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Validate sync and AI as paid value layers.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evidence around activation, recall success, and retention.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Insert round amount and terms before external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D8FEE-0893-4ADB-80F6-AA2CF1FA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1A8B6-A4D5-4CC6-B3EC-C4951B25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C2F39-7527-489E-8A9F-D939A5D4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5790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2026-09-05T07:10:41.5340000Z</dcterms:created>
  <dcterms:modified xsi:type="dcterms:W3CDTF">2026-09-05T07:10:41.5340000Z</dcterms:modified>
</coreProperties>
</file>